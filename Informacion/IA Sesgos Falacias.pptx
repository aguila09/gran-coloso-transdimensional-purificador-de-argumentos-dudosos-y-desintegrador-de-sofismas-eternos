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2"/>
  </p:sldMasterIdLst>
  <p:sldIdLst>
    <p:sldId id="256" r:id="rId3"/>
    <p:sldId id="257" r:id="rId4"/>
    <p:sldId id="259" r:id="rId5"/>
    <p:sldId id="263" r:id="rId6"/>
    <p:sldId id="265" r:id="rId7"/>
    <p:sldId id="267" r:id="rId8"/>
  </p:sldIdLst>
  <p:sldSz cx="9144000" cy="5143500" type="screen16x9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63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hyperlink" Target="http://bit.ly/2TtBDfr" TargetMode="Externa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Relationship Id="rId6" Type="http://schemas.openxmlformats.org/officeDocument/2006/relationships/hyperlink" Target="http://bit.ly/2TyoMsr" TargetMode="External"/><Relationship Id="rId5" Type="http://schemas.openxmlformats.org/officeDocument/2006/relationships/hyperlink" Target="https://bit.ly/3A1uf1Q" TargetMode="External"/><Relationship Id="rId4" Type="http://schemas.openxmlformats.org/officeDocument/2006/relationships/image" Target="../media/image1.png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png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9;p2"/>
          <p:cNvGrpSpPr/>
          <p:nvPr/>
        </p:nvGrpSpPr>
        <p:grpSpPr>
          <a:xfrm>
            <a:off x="0" y="0"/>
            <a:ext cx="9143640" cy="5143320"/>
            <a:chOff x="0" y="0"/>
            <a:chExt cx="9143640" cy="5143320"/>
          </a:xfrm>
        </p:grpSpPr>
        <p:pic>
          <p:nvPicPr>
            <p:cNvPr id="7" name="Google Shape;10;p2"/>
            <p:cNvPicPr/>
            <p:nvPr/>
          </p:nvPicPr>
          <p:blipFill>
            <a:blip r:embed="rId2">
              <a:alphaModFix amt="28000"/>
            </a:blip>
            <a:srcRect l="15293" t="36171" r="27649" b="14703"/>
            <a:stretch/>
          </p:blipFill>
          <p:spPr>
            <a:xfrm>
              <a:off x="0" y="0"/>
              <a:ext cx="9143640" cy="5142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" name="Google Shape;11;p2"/>
            <p:cNvPicPr/>
            <p:nvPr/>
          </p:nvPicPr>
          <p:blipFill>
            <a:blip r:embed="rId3">
              <a:alphaModFix amt="38000"/>
            </a:blip>
            <a:srcRect l="13106" t="48805" r="57879" b="9244"/>
            <a:stretch/>
          </p:blipFill>
          <p:spPr>
            <a:xfrm>
              <a:off x="3377160" y="0"/>
              <a:ext cx="5766480" cy="51433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" name="Google Shape;12;p2"/>
            <p:cNvPicPr/>
            <p:nvPr/>
          </p:nvPicPr>
          <p:blipFill>
            <a:blip r:embed="rId4">
              <a:alphaModFix amt="38000"/>
            </a:blip>
            <a:srcRect l="48246" t="-1389" r="22125" b="63584"/>
            <a:stretch/>
          </p:blipFill>
          <p:spPr>
            <a:xfrm>
              <a:off x="0" y="0"/>
              <a:ext cx="6535080" cy="51433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742760" y="1760040"/>
            <a:ext cx="6687720" cy="1932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6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7;p11"/>
          <p:cNvGrpSpPr/>
          <p:nvPr/>
        </p:nvGrpSpPr>
        <p:grpSpPr>
          <a:xfrm>
            <a:off x="0" y="0"/>
            <a:ext cx="9143640" cy="5143320"/>
            <a:chOff x="0" y="0"/>
            <a:chExt cx="9143640" cy="5143320"/>
          </a:xfrm>
        </p:grpSpPr>
        <p:pic>
          <p:nvPicPr>
            <p:cNvPr id="7" name="Google Shape;68;p11"/>
            <p:cNvPicPr/>
            <p:nvPr/>
          </p:nvPicPr>
          <p:blipFill>
            <a:blip r:embed="rId2">
              <a:alphaModFix amt="38000"/>
            </a:blip>
            <a:srcRect l="13106" t="48805" r="57879" b="9244"/>
            <a:stretch/>
          </p:blipFill>
          <p:spPr>
            <a:xfrm>
              <a:off x="3377160" y="0"/>
              <a:ext cx="5766480" cy="51433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" name="Google Shape;69;p11"/>
            <p:cNvPicPr/>
            <p:nvPr/>
          </p:nvPicPr>
          <p:blipFill>
            <a:blip r:embed="rId3">
              <a:alphaModFix amt="40000"/>
            </a:blip>
            <a:srcRect l="48246" t="-1389" r="22125" b="63584"/>
            <a:stretch/>
          </p:blipFill>
          <p:spPr>
            <a:xfrm>
              <a:off x="0" y="0"/>
              <a:ext cx="6535080" cy="51433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" name="Google Shape;70;p11"/>
            <p:cNvPicPr/>
            <p:nvPr/>
          </p:nvPicPr>
          <p:blipFill>
            <a:blip r:embed="rId4">
              <a:alphaModFix amt="27000"/>
            </a:blip>
            <a:srcRect l="15293" t="36171" r="27649" b="14703"/>
            <a:stretch/>
          </p:blipFill>
          <p:spPr>
            <a:xfrm>
              <a:off x="0" y="0"/>
              <a:ext cx="9143640" cy="51429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284120" y="1670400"/>
            <a:ext cx="6575760" cy="1284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500" b="1" u="none" strike="noStrike">
                <a:solidFill>
                  <a:schemeClr val="dk2"/>
                </a:solidFill>
                <a:effectLst/>
                <a:uFillTx/>
                <a:latin typeface="Wix Madefor Display"/>
                <a:ea typeface="Wix Madefor Display"/>
              </a:rPr>
              <a:t>xx%</a:t>
            </a:r>
            <a:endParaRPr lang="fr-FR" sz="6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90;p14"/>
          <p:cNvGrpSpPr/>
          <p:nvPr/>
        </p:nvGrpSpPr>
        <p:grpSpPr>
          <a:xfrm>
            <a:off x="0" y="-2052720"/>
            <a:ext cx="10567440" cy="9429120"/>
            <a:chOff x="0" y="-2052720"/>
            <a:chExt cx="10567440" cy="9429120"/>
          </a:xfrm>
        </p:grpSpPr>
        <p:pic>
          <p:nvPicPr>
            <p:cNvPr id="18" name="Google Shape;91;p14"/>
            <p:cNvPicPr/>
            <p:nvPr/>
          </p:nvPicPr>
          <p:blipFill>
            <a:blip r:embed="rId2">
              <a:alphaModFix amt="40000"/>
            </a:blip>
            <a:srcRect l="11702" t="9911" r="48322" b="41652"/>
            <a:stretch/>
          </p:blipFill>
          <p:spPr>
            <a:xfrm rot="908400">
              <a:off x="1250280" y="-1082880"/>
              <a:ext cx="8420760" cy="74898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9" name="Google Shape;92;p14"/>
            <p:cNvPicPr/>
            <p:nvPr/>
          </p:nvPicPr>
          <p:blipFill>
            <a:blip r:embed="rId3">
              <a:alphaModFix amt="40000"/>
            </a:blip>
            <a:srcRect l="7875" t="41901" r="65032" b="18212"/>
            <a:stretch/>
          </p:blipFill>
          <p:spPr>
            <a:xfrm rot="908400">
              <a:off x="3656520" y="-752760"/>
              <a:ext cx="6149520" cy="66470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0" name="Google Shape;93;p14"/>
            <p:cNvPicPr/>
            <p:nvPr/>
          </p:nvPicPr>
          <p:blipFill>
            <a:blip r:embed="rId4">
              <a:alphaModFix amt="27000"/>
            </a:blip>
            <a:srcRect l="15293" t="36171" r="27649" b="14703"/>
            <a:stretch/>
          </p:blipFill>
          <p:spPr>
            <a:xfrm>
              <a:off x="0" y="0"/>
              <a:ext cx="9143640" cy="51429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03520" y="2751120"/>
            <a:ext cx="4624560" cy="1490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2" name="PlaceHolder 2"/>
          <p:cNvSpPr>
            <a:spLocks noGrp="1"/>
          </p:cNvSpPr>
          <p:nvPr>
            <p:ph type="title"/>
          </p:nvPr>
        </p:nvSpPr>
        <p:spPr>
          <a:xfrm>
            <a:off x="803520" y="539640"/>
            <a:ext cx="130932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dk2"/>
                </a:solidFill>
                <a:effectLst/>
                <a:uFillTx/>
                <a:latin typeface="Wix Madefor Display"/>
                <a:ea typeface="Wix Madefor Display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98;p15"/>
          <p:cNvGrpSpPr/>
          <p:nvPr/>
        </p:nvGrpSpPr>
        <p:grpSpPr>
          <a:xfrm>
            <a:off x="-1409400" y="-2219400"/>
            <a:ext cx="10567800" cy="9429120"/>
            <a:chOff x="-1409400" y="-2219400"/>
            <a:chExt cx="10567800" cy="9429120"/>
          </a:xfrm>
        </p:grpSpPr>
        <p:pic>
          <p:nvPicPr>
            <p:cNvPr id="24" name="Google Shape;99;p15"/>
            <p:cNvPicPr/>
            <p:nvPr/>
          </p:nvPicPr>
          <p:blipFill>
            <a:blip r:embed="rId2">
              <a:alphaModFix amt="40000"/>
            </a:blip>
            <a:srcRect l="11702" t="9911" r="48322" b="41652"/>
            <a:stretch/>
          </p:blipFill>
          <p:spPr>
            <a:xfrm rot="11708400">
              <a:off x="-513000" y="-1249560"/>
              <a:ext cx="8420760" cy="74898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5" name="Google Shape;100;p15"/>
            <p:cNvPicPr/>
            <p:nvPr/>
          </p:nvPicPr>
          <p:blipFill>
            <a:blip r:embed="rId3">
              <a:alphaModFix amt="40000"/>
            </a:blip>
            <a:srcRect l="7875" t="41901" r="65032" b="18212"/>
            <a:stretch/>
          </p:blipFill>
          <p:spPr>
            <a:xfrm rot="11708400">
              <a:off x="-648000" y="-736920"/>
              <a:ext cx="6149520" cy="66470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6" name="Google Shape;101;p15"/>
            <p:cNvPicPr/>
            <p:nvPr/>
          </p:nvPicPr>
          <p:blipFill>
            <a:blip r:embed="rId4">
              <a:alphaModFix amt="27000"/>
            </a:blip>
            <a:srcRect l="15293" t="36171" r="27649" b="14703"/>
            <a:stretch/>
          </p:blipFill>
          <p:spPr>
            <a:xfrm rot="10800000">
              <a:off x="14760" y="13680"/>
              <a:ext cx="9143640" cy="51429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729960" y="2592360"/>
            <a:ext cx="4624560" cy="1490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8" name="PlaceHolder 2"/>
          <p:cNvSpPr>
            <a:spLocks noGrp="1"/>
          </p:cNvSpPr>
          <p:nvPr>
            <p:ph type="title"/>
          </p:nvPr>
        </p:nvSpPr>
        <p:spPr>
          <a:xfrm>
            <a:off x="7045200" y="539640"/>
            <a:ext cx="130932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dk2"/>
                </a:solidFill>
                <a:effectLst/>
                <a:uFillTx/>
                <a:latin typeface="Wix Madefor Display"/>
                <a:ea typeface="Wix Madefor Display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oogle Shape;120;p19"/>
          <p:cNvGrpSpPr/>
          <p:nvPr/>
        </p:nvGrpSpPr>
        <p:grpSpPr>
          <a:xfrm>
            <a:off x="-1441080" y="-2052720"/>
            <a:ext cx="10567800" cy="9429120"/>
            <a:chOff x="-1441080" y="-2052720"/>
            <a:chExt cx="10567800" cy="9429120"/>
          </a:xfrm>
        </p:grpSpPr>
        <p:pic>
          <p:nvPicPr>
            <p:cNvPr id="41" name="Google Shape;121;p19"/>
            <p:cNvPicPr/>
            <p:nvPr/>
          </p:nvPicPr>
          <p:blipFill>
            <a:blip r:embed="rId2">
              <a:alphaModFix amt="40000"/>
            </a:blip>
            <a:srcRect l="11702" t="9911" r="48322" b="41652"/>
            <a:stretch/>
          </p:blipFill>
          <p:spPr>
            <a:xfrm rot="20691600" flipH="1">
              <a:off x="-544680" y="-1082880"/>
              <a:ext cx="8420760" cy="74898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2" name="Google Shape;122;p19"/>
            <p:cNvPicPr/>
            <p:nvPr/>
          </p:nvPicPr>
          <p:blipFill>
            <a:blip r:embed="rId3">
              <a:alphaModFix amt="40000"/>
            </a:blip>
            <a:srcRect l="7875" t="41901" r="65032" b="18212"/>
            <a:stretch/>
          </p:blipFill>
          <p:spPr>
            <a:xfrm rot="20691600" flipH="1">
              <a:off x="-679680" y="-753120"/>
              <a:ext cx="6149520" cy="66470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3" name="Google Shape;123;p19"/>
            <p:cNvPicPr/>
            <p:nvPr/>
          </p:nvPicPr>
          <p:blipFill>
            <a:blip r:embed="rId4">
              <a:alphaModFix amt="27000"/>
            </a:blip>
            <a:srcRect l="15293" t="36171" r="27649" b="14703"/>
            <a:stretch/>
          </p:blipFill>
          <p:spPr>
            <a:xfrm flipH="1">
              <a:off x="-16920" y="0"/>
              <a:ext cx="9143640" cy="51429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3085200" y="2606040"/>
            <a:ext cx="5345280" cy="531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16;p3"/>
          <p:cNvGrpSpPr/>
          <p:nvPr/>
        </p:nvGrpSpPr>
        <p:grpSpPr>
          <a:xfrm>
            <a:off x="-1409400" y="-2052720"/>
            <a:ext cx="10567800" cy="9429120"/>
            <a:chOff x="-1409400" y="-2052720"/>
            <a:chExt cx="10567800" cy="9429120"/>
          </a:xfrm>
        </p:grpSpPr>
        <p:pic>
          <p:nvPicPr>
            <p:cNvPr id="52" name="Google Shape;17;p3"/>
            <p:cNvPicPr/>
            <p:nvPr/>
          </p:nvPicPr>
          <p:blipFill>
            <a:blip r:embed="rId2">
              <a:alphaModFix amt="40000"/>
            </a:blip>
            <a:srcRect l="11702" t="9911" r="48322" b="41652"/>
            <a:stretch/>
          </p:blipFill>
          <p:spPr>
            <a:xfrm rot="20691600" flipH="1">
              <a:off x="-513000" y="-1082880"/>
              <a:ext cx="8420760" cy="74898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3" name="Google Shape;18;p3"/>
            <p:cNvPicPr/>
            <p:nvPr/>
          </p:nvPicPr>
          <p:blipFill>
            <a:blip r:embed="rId3">
              <a:alphaModFix amt="40000"/>
            </a:blip>
            <a:srcRect l="7875" t="41901" r="65032" b="18212"/>
            <a:stretch/>
          </p:blipFill>
          <p:spPr>
            <a:xfrm rot="20691600" flipH="1">
              <a:off x="-648000" y="-753120"/>
              <a:ext cx="6149520" cy="66470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4" name="Google Shape;19;p3"/>
            <p:cNvPicPr/>
            <p:nvPr/>
          </p:nvPicPr>
          <p:blipFill>
            <a:blip r:embed="rId4">
              <a:alphaModFix amt="27000"/>
            </a:blip>
            <a:srcRect l="15293" t="36171" r="27649" b="14703"/>
            <a:stretch/>
          </p:blipFill>
          <p:spPr>
            <a:xfrm flipH="1">
              <a:off x="14760" y="0"/>
              <a:ext cx="9143640" cy="51429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3729960" y="2751120"/>
            <a:ext cx="4624560" cy="1490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6" name="PlaceHolder 2"/>
          <p:cNvSpPr>
            <a:spLocks noGrp="1"/>
          </p:cNvSpPr>
          <p:nvPr>
            <p:ph type="title"/>
          </p:nvPr>
        </p:nvSpPr>
        <p:spPr>
          <a:xfrm>
            <a:off x="7045200" y="539640"/>
            <a:ext cx="130932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dk2"/>
                </a:solidFill>
                <a:effectLst/>
                <a:uFillTx/>
                <a:latin typeface="Wix Madefor Display"/>
                <a:ea typeface="Wix Madefor Display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227;p30"/>
          <p:cNvGrpSpPr/>
          <p:nvPr/>
        </p:nvGrpSpPr>
        <p:grpSpPr>
          <a:xfrm>
            <a:off x="-19800" y="-54000"/>
            <a:ext cx="9183600" cy="5235480"/>
            <a:chOff x="-19800" y="-54000"/>
            <a:chExt cx="9183600" cy="5235480"/>
          </a:xfrm>
        </p:grpSpPr>
        <p:pic>
          <p:nvPicPr>
            <p:cNvPr id="96" name="Google Shape;228;p30"/>
            <p:cNvPicPr/>
            <p:nvPr/>
          </p:nvPicPr>
          <p:blipFill>
            <a:blip r:embed="rId2">
              <a:alphaModFix amt="27000"/>
            </a:blip>
            <a:srcRect l="15293" t="36171" r="27649" b="14703"/>
            <a:stretch/>
          </p:blipFill>
          <p:spPr>
            <a:xfrm>
              <a:off x="0" y="0"/>
              <a:ext cx="9143640" cy="5142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7" name="Google Shape;229;p30"/>
            <p:cNvPicPr/>
            <p:nvPr/>
          </p:nvPicPr>
          <p:blipFill>
            <a:blip r:embed="rId3">
              <a:alphaModFix amt="40000"/>
            </a:blip>
            <a:srcRect l="8471" t="34587" r="55469" b="3196"/>
            <a:stretch/>
          </p:blipFill>
          <p:spPr>
            <a:xfrm rot="16200000">
              <a:off x="87480" y="-161280"/>
              <a:ext cx="3337200" cy="3551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8" name="Google Shape;230;p30"/>
            <p:cNvPicPr/>
            <p:nvPr/>
          </p:nvPicPr>
          <p:blipFill>
            <a:blip r:embed="rId4">
              <a:alphaModFix amt="41000"/>
            </a:blip>
            <a:srcRect l="18883" t="58306" r="42957"/>
            <a:stretch/>
          </p:blipFill>
          <p:spPr>
            <a:xfrm rot="16200000">
              <a:off x="-707760" y="642600"/>
              <a:ext cx="4220280" cy="2843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9" name="Google Shape;231;p30"/>
            <p:cNvPicPr/>
            <p:nvPr/>
          </p:nvPicPr>
          <p:blipFill>
            <a:blip r:embed="rId3">
              <a:alphaModFix amt="40000"/>
            </a:blip>
            <a:srcRect l="8471" t="34587" r="55469" b="3196"/>
            <a:stretch/>
          </p:blipFill>
          <p:spPr>
            <a:xfrm rot="5400000">
              <a:off x="5719320" y="1736640"/>
              <a:ext cx="3337200" cy="3551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0" name="Google Shape;232;p30"/>
            <p:cNvPicPr/>
            <p:nvPr/>
          </p:nvPicPr>
          <p:blipFill>
            <a:blip r:embed="rId4">
              <a:alphaModFix amt="41000"/>
            </a:blip>
            <a:srcRect l="18883" t="58306" r="42957"/>
            <a:stretch/>
          </p:blipFill>
          <p:spPr>
            <a:xfrm rot="5400000">
              <a:off x="5631840" y="1640880"/>
              <a:ext cx="4220280" cy="28436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2223720" y="688320"/>
            <a:ext cx="46965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500" b="1" u="none" strike="noStrike">
                <a:solidFill>
                  <a:schemeClr val="dk2"/>
                </a:solidFill>
                <a:effectLst/>
                <a:uFillTx/>
                <a:latin typeface="Wix Madefor Display"/>
                <a:ea typeface="Wix Madefor Display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title"/>
          </p:nvPr>
        </p:nvSpPr>
        <p:spPr>
          <a:xfrm>
            <a:off x="2223720" y="1985760"/>
            <a:ext cx="46965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500" b="1" u="none" strike="noStrike">
                <a:solidFill>
                  <a:schemeClr val="dk2"/>
                </a:solidFill>
                <a:effectLst/>
                <a:uFillTx/>
                <a:latin typeface="Wix Madefor Display"/>
                <a:ea typeface="Wix Madefor Display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title"/>
          </p:nvPr>
        </p:nvSpPr>
        <p:spPr>
          <a:xfrm>
            <a:off x="2223720" y="3283560"/>
            <a:ext cx="46965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500" b="1" u="none" strike="noStrike">
                <a:solidFill>
                  <a:schemeClr val="dk2"/>
                </a:solidFill>
                <a:effectLst/>
                <a:uFillTx/>
                <a:latin typeface="Wix Madefor Display"/>
                <a:ea typeface="Wix Madefor Display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oogle Shape;52;p8"/>
          <p:cNvGrpSpPr/>
          <p:nvPr/>
        </p:nvGrpSpPr>
        <p:grpSpPr>
          <a:xfrm>
            <a:off x="0" y="0"/>
            <a:ext cx="9143640" cy="5143320"/>
            <a:chOff x="0" y="0"/>
            <a:chExt cx="9143640" cy="5143320"/>
          </a:xfrm>
        </p:grpSpPr>
        <p:pic>
          <p:nvPicPr>
            <p:cNvPr id="136" name="Google Shape;53;p8"/>
            <p:cNvPicPr/>
            <p:nvPr/>
          </p:nvPicPr>
          <p:blipFill>
            <a:blip r:embed="rId2">
              <a:alphaModFix amt="38000"/>
            </a:blip>
            <a:srcRect l="13106" t="48805" r="57879" b="9244"/>
            <a:stretch/>
          </p:blipFill>
          <p:spPr>
            <a:xfrm>
              <a:off x="3377160" y="0"/>
              <a:ext cx="5766480" cy="51433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37" name="Google Shape;54;p8"/>
            <p:cNvPicPr/>
            <p:nvPr/>
          </p:nvPicPr>
          <p:blipFill>
            <a:blip r:embed="rId3">
              <a:alphaModFix amt="40000"/>
            </a:blip>
            <a:srcRect l="48246" t="-1389" r="22125" b="63584"/>
            <a:stretch/>
          </p:blipFill>
          <p:spPr>
            <a:xfrm>
              <a:off x="0" y="0"/>
              <a:ext cx="6535080" cy="51433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38" name="Google Shape;55;p8"/>
            <p:cNvPicPr/>
            <p:nvPr/>
          </p:nvPicPr>
          <p:blipFill>
            <a:blip r:embed="rId4">
              <a:alphaModFix amt="27000"/>
            </a:blip>
            <a:srcRect l="15293" t="36171" r="27649" b="14703"/>
            <a:stretch/>
          </p:blipFill>
          <p:spPr>
            <a:xfrm rot="10800000" flipH="1">
              <a:off x="0" y="0"/>
              <a:ext cx="9143640" cy="51429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1969200" y="1627200"/>
            <a:ext cx="5204880" cy="1888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75;p13"/>
          <p:cNvPicPr/>
          <p:nvPr/>
        </p:nvPicPr>
        <p:blipFill>
          <a:blip r:embed="rId2">
            <a:alphaModFix amt="41000"/>
          </a:blip>
          <a:srcRect l="18883" t="49526" r="42957"/>
          <a:stretch/>
        </p:blipFill>
        <p:spPr>
          <a:xfrm>
            <a:off x="5961960" y="0"/>
            <a:ext cx="3181680" cy="259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46800" y="1223280"/>
            <a:ext cx="7344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dk2"/>
                </a:solidFill>
                <a:effectLst/>
                <a:uFillTx/>
                <a:latin typeface="Wix Madefor Display"/>
                <a:ea typeface="Wix Madefor Display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title"/>
          </p:nvPr>
        </p:nvSpPr>
        <p:spPr>
          <a:xfrm>
            <a:off x="5084640" y="2988360"/>
            <a:ext cx="734400" cy="563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dk2"/>
                </a:solidFill>
                <a:effectLst/>
                <a:uFillTx/>
                <a:latin typeface="Wix Madefor Display"/>
                <a:ea typeface="Wix Madefor Display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title"/>
          </p:nvPr>
        </p:nvSpPr>
        <p:spPr>
          <a:xfrm>
            <a:off x="5084640" y="1223280"/>
            <a:ext cx="7344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dk2"/>
                </a:solidFill>
                <a:effectLst/>
                <a:uFillTx/>
                <a:latin typeface="Wix Madefor Display"/>
                <a:ea typeface="Wix Madefor Display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title"/>
          </p:nvPr>
        </p:nvSpPr>
        <p:spPr>
          <a:xfrm>
            <a:off x="946800" y="2979720"/>
            <a:ext cx="734400" cy="563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dk2"/>
                </a:solidFill>
                <a:effectLst/>
                <a:uFillTx/>
                <a:latin typeface="Wix Madefor Display"/>
                <a:ea typeface="Wix Madefor Display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title"/>
          </p:nvPr>
        </p:nvSpPr>
        <p:spPr>
          <a:xfrm>
            <a:off x="713160" y="55008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106;p16"/>
          <p:cNvPicPr/>
          <p:nvPr/>
        </p:nvPicPr>
        <p:blipFill>
          <a:blip r:embed="rId2">
            <a:alphaModFix amt="34000"/>
          </a:blip>
          <a:srcRect l="48454" t="-2250" r="14254" b="55164"/>
          <a:stretch/>
        </p:blipFill>
        <p:spPr>
          <a:xfrm rot="10800000">
            <a:off x="5272560" y="360"/>
            <a:ext cx="3871440" cy="30142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0" name="Google Shape;107;p16"/>
          <p:cNvCxnSpPr/>
          <p:nvPr/>
        </p:nvCxnSpPr>
        <p:spPr>
          <a:xfrm>
            <a:off x="340920" y="567720"/>
            <a:ext cx="360" cy="4588560"/>
          </a:xfrm>
          <a:prstGeom prst="straightConnector1">
            <a:avLst/>
          </a:prstGeom>
          <a:ln w="28575">
            <a:solidFill>
              <a:srgbClr val="36CFCB"/>
            </a:solidFill>
            <a:round/>
          </a:ln>
        </p:spPr>
      </p:cxn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713160" y="55008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110;p17"/>
          <p:cNvGrpSpPr/>
          <p:nvPr/>
        </p:nvGrpSpPr>
        <p:grpSpPr>
          <a:xfrm>
            <a:off x="0" y="384840"/>
            <a:ext cx="9145080" cy="4758120"/>
            <a:chOff x="0" y="384840"/>
            <a:chExt cx="9145080" cy="4758120"/>
          </a:xfrm>
        </p:grpSpPr>
        <p:pic>
          <p:nvPicPr>
            <p:cNvPr id="33" name="Google Shape;111;p17"/>
            <p:cNvPicPr/>
            <p:nvPr/>
          </p:nvPicPr>
          <p:blipFill>
            <a:blip r:embed="rId2">
              <a:alphaModFix amt="41000"/>
            </a:blip>
            <a:srcRect l="18327" t="60140" r="37109" b="-3887"/>
            <a:stretch/>
          </p:blipFill>
          <p:spPr>
            <a:xfrm rot="5400000">
              <a:off x="5763240" y="1760760"/>
              <a:ext cx="4213080" cy="2550600"/>
            </a:xfrm>
            <a:prstGeom prst="rect">
              <a:avLst/>
            </a:prstGeom>
            <a:noFill/>
            <a:ln w="0">
              <a:noFill/>
            </a:ln>
          </p:spPr>
        </p:pic>
        <p:cxnSp>
          <p:nvCxnSpPr>
            <p:cNvPr id="34" name="Google Shape;112;p17"/>
            <p:cNvCxnSpPr/>
            <p:nvPr/>
          </p:nvCxnSpPr>
          <p:spPr>
            <a:xfrm flipH="1">
              <a:off x="0" y="384840"/>
              <a:ext cx="2709360" cy="360"/>
            </a:xfrm>
            <a:prstGeom prst="straightConnector1">
              <a:avLst/>
            </a:prstGeom>
            <a:ln w="28575">
              <a:solidFill>
                <a:srgbClr val="36CFCB"/>
              </a:solidFill>
              <a:round/>
            </a:ln>
          </p:spPr>
        </p:cxnSp>
      </p:grpSp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713160" y="55008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oogle Shape;115;p18"/>
          <p:cNvGrpSpPr/>
          <p:nvPr/>
        </p:nvGrpSpPr>
        <p:grpSpPr>
          <a:xfrm>
            <a:off x="-1464120" y="-13320"/>
            <a:ext cx="10190520" cy="5156280"/>
            <a:chOff x="-1464120" y="-13320"/>
            <a:chExt cx="10190520" cy="5156280"/>
          </a:xfrm>
        </p:grpSpPr>
        <p:cxnSp>
          <p:nvCxnSpPr>
            <p:cNvPr id="37" name="Google Shape;116;p18"/>
            <p:cNvCxnSpPr/>
            <p:nvPr/>
          </p:nvCxnSpPr>
          <p:spPr>
            <a:xfrm>
              <a:off x="8726400" y="-13320"/>
              <a:ext cx="360" cy="2745360"/>
            </a:xfrm>
            <a:prstGeom prst="straightConnector1">
              <a:avLst/>
            </a:prstGeom>
            <a:ln w="28575">
              <a:solidFill>
                <a:srgbClr val="36CFCB"/>
              </a:solidFill>
              <a:round/>
            </a:ln>
          </p:spPr>
        </p:cxnSp>
        <p:pic>
          <p:nvPicPr>
            <p:cNvPr id="38" name="Google Shape;117;p18"/>
            <p:cNvPicPr/>
            <p:nvPr/>
          </p:nvPicPr>
          <p:blipFill>
            <a:blip r:embed="rId2">
              <a:alphaModFix amt="40000"/>
            </a:blip>
            <a:srcRect l="12370" t="-8265" r="12370" b="63378"/>
            <a:stretch/>
          </p:blipFill>
          <p:spPr>
            <a:xfrm>
              <a:off x="-1464120" y="2991600"/>
              <a:ext cx="5850360" cy="21513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713160" y="55008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oogle Shape;127;p20"/>
          <p:cNvGrpSpPr/>
          <p:nvPr/>
        </p:nvGrpSpPr>
        <p:grpSpPr>
          <a:xfrm>
            <a:off x="0" y="0"/>
            <a:ext cx="9143640" cy="5142960"/>
            <a:chOff x="0" y="0"/>
            <a:chExt cx="9143640" cy="5142960"/>
          </a:xfrm>
        </p:grpSpPr>
        <p:pic>
          <p:nvPicPr>
            <p:cNvPr id="46" name="Google Shape;128;p20"/>
            <p:cNvPicPr/>
            <p:nvPr/>
          </p:nvPicPr>
          <p:blipFill>
            <a:blip r:embed="rId2">
              <a:alphaModFix amt="41000"/>
            </a:blip>
            <a:srcRect l="18883" t="49526" r="42957"/>
            <a:stretch/>
          </p:blipFill>
          <p:spPr>
            <a:xfrm>
              <a:off x="4789800" y="0"/>
              <a:ext cx="4353840" cy="3551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7" name="Google Shape;129;p20"/>
            <p:cNvPicPr/>
            <p:nvPr/>
          </p:nvPicPr>
          <p:blipFill>
            <a:blip r:embed="rId3">
              <a:alphaModFix amt="40000"/>
            </a:blip>
            <a:srcRect l="55172" t="-5375" r="15083" b="58291"/>
            <a:stretch/>
          </p:blipFill>
          <p:spPr>
            <a:xfrm>
              <a:off x="0" y="2128680"/>
              <a:ext cx="3087720" cy="3014280"/>
            </a:xfrm>
            <a:prstGeom prst="rect">
              <a:avLst/>
            </a:prstGeom>
            <a:noFill/>
            <a:ln w="0">
              <a:noFill/>
            </a:ln>
          </p:spPr>
        </p:pic>
        <p:cxnSp>
          <p:nvCxnSpPr>
            <p:cNvPr id="48" name="Google Shape;130;p20"/>
            <p:cNvCxnSpPr/>
            <p:nvPr/>
          </p:nvCxnSpPr>
          <p:spPr>
            <a:xfrm>
              <a:off x="8638920" y="0"/>
              <a:ext cx="360" cy="2759040"/>
            </a:xfrm>
            <a:prstGeom prst="straightConnector1">
              <a:avLst/>
            </a:prstGeom>
            <a:ln w="28575">
              <a:solidFill>
                <a:srgbClr val="36CFCB"/>
              </a:solidFill>
              <a:round/>
            </a:ln>
          </p:spPr>
        </p:cxnSp>
      </p:grpSp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78600" y="968040"/>
            <a:ext cx="3519000" cy="1950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197960" y="690480"/>
            <a:ext cx="4191120" cy="3762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135;p21"/>
          <p:cNvGrpSpPr/>
          <p:nvPr/>
        </p:nvGrpSpPr>
        <p:grpSpPr>
          <a:xfrm>
            <a:off x="360" y="-46080"/>
            <a:ext cx="8742600" cy="5189760"/>
            <a:chOff x="360" y="-46080"/>
            <a:chExt cx="8742600" cy="5189760"/>
          </a:xfrm>
        </p:grpSpPr>
        <p:pic>
          <p:nvPicPr>
            <p:cNvPr id="58" name="Google Shape;136;p21"/>
            <p:cNvPicPr/>
            <p:nvPr/>
          </p:nvPicPr>
          <p:blipFill>
            <a:blip r:embed="rId2">
              <a:alphaModFix amt="41000"/>
            </a:blip>
            <a:srcRect l="12802" t="52943" r="48681" b="-503"/>
            <a:stretch/>
          </p:blipFill>
          <p:spPr>
            <a:xfrm rot="10800000">
              <a:off x="360" y="2589480"/>
              <a:ext cx="3353400" cy="2553840"/>
            </a:xfrm>
            <a:prstGeom prst="rect">
              <a:avLst/>
            </a:prstGeom>
            <a:noFill/>
            <a:ln w="0">
              <a:noFill/>
            </a:ln>
          </p:spPr>
        </p:pic>
        <p:cxnSp>
          <p:nvCxnSpPr>
            <p:cNvPr id="59" name="Google Shape;137;p21"/>
            <p:cNvCxnSpPr/>
            <p:nvPr/>
          </p:nvCxnSpPr>
          <p:spPr>
            <a:xfrm>
              <a:off x="8742960" y="-46080"/>
              <a:ext cx="360" cy="1323720"/>
            </a:xfrm>
            <a:prstGeom prst="straightConnector1">
              <a:avLst/>
            </a:prstGeom>
            <a:ln w="28575">
              <a:solidFill>
                <a:srgbClr val="36CFCB"/>
              </a:solidFill>
              <a:round/>
            </a:ln>
          </p:spPr>
        </p:cxnSp>
      </p:grp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796320" y="1361880"/>
            <a:ext cx="3022560" cy="1133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oogle Shape;141;p22"/>
          <p:cNvGrpSpPr/>
          <p:nvPr/>
        </p:nvGrpSpPr>
        <p:grpSpPr>
          <a:xfrm>
            <a:off x="582480" y="360"/>
            <a:ext cx="8561520" cy="3014280"/>
            <a:chOff x="582480" y="360"/>
            <a:chExt cx="8561520" cy="3014280"/>
          </a:xfrm>
        </p:grpSpPr>
        <p:cxnSp>
          <p:nvCxnSpPr>
            <p:cNvPr id="62" name="Google Shape;142;p22"/>
            <p:cNvCxnSpPr/>
            <p:nvPr/>
          </p:nvCxnSpPr>
          <p:spPr>
            <a:xfrm>
              <a:off x="582480" y="7560"/>
              <a:ext cx="360" cy="1986480"/>
            </a:xfrm>
            <a:prstGeom prst="straightConnector1">
              <a:avLst/>
            </a:prstGeom>
            <a:ln w="28575">
              <a:solidFill>
                <a:srgbClr val="36CFCB"/>
              </a:solidFill>
              <a:round/>
            </a:ln>
          </p:spPr>
        </p:cxnSp>
        <p:pic>
          <p:nvPicPr>
            <p:cNvPr id="63" name="Google Shape;143;p22"/>
            <p:cNvPicPr/>
            <p:nvPr/>
          </p:nvPicPr>
          <p:blipFill>
            <a:blip r:embed="rId2">
              <a:alphaModFix amt="40000"/>
            </a:blip>
            <a:srcRect l="48454" t="-2250" r="14254" b="55164"/>
            <a:stretch/>
          </p:blipFill>
          <p:spPr>
            <a:xfrm rot="10800000">
              <a:off x="5272560" y="360"/>
              <a:ext cx="3871440" cy="301428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5477760" y="2235240"/>
            <a:ext cx="2630160" cy="112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147;p23"/>
          <p:cNvGrpSpPr/>
          <p:nvPr/>
        </p:nvGrpSpPr>
        <p:grpSpPr>
          <a:xfrm>
            <a:off x="0" y="0"/>
            <a:ext cx="8422920" cy="5143320"/>
            <a:chOff x="0" y="0"/>
            <a:chExt cx="8422920" cy="5143320"/>
          </a:xfrm>
        </p:grpSpPr>
        <p:pic>
          <p:nvPicPr>
            <p:cNvPr id="66" name="Google Shape;148;p23"/>
            <p:cNvPicPr/>
            <p:nvPr/>
          </p:nvPicPr>
          <p:blipFill>
            <a:blip r:embed="rId2">
              <a:alphaModFix amt="40000"/>
            </a:blip>
            <a:srcRect l="55172" t="-5375" r="15083" b="58291"/>
            <a:stretch/>
          </p:blipFill>
          <p:spPr>
            <a:xfrm rot="10800000" flipH="1">
              <a:off x="0" y="360"/>
              <a:ext cx="3087720" cy="30142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7" name="Google Shape;149;p23"/>
            <p:cNvPicPr/>
            <p:nvPr/>
          </p:nvPicPr>
          <p:blipFill>
            <a:blip r:embed="rId3">
              <a:alphaModFix amt="41000"/>
            </a:blip>
            <a:srcRect l="12800" t="52943" r="36208" b="-503"/>
            <a:stretch/>
          </p:blipFill>
          <p:spPr>
            <a:xfrm flipH="1">
              <a:off x="360" y="0"/>
              <a:ext cx="4440240" cy="2553840"/>
            </a:xfrm>
            <a:prstGeom prst="rect">
              <a:avLst/>
            </a:prstGeom>
            <a:noFill/>
            <a:ln w="0">
              <a:noFill/>
            </a:ln>
          </p:spPr>
        </p:pic>
        <p:cxnSp>
          <p:nvCxnSpPr>
            <p:cNvPr id="68" name="Google Shape;150;p23"/>
            <p:cNvCxnSpPr/>
            <p:nvPr/>
          </p:nvCxnSpPr>
          <p:spPr>
            <a:xfrm>
              <a:off x="8422920" y="3561840"/>
              <a:ext cx="360" cy="1581840"/>
            </a:xfrm>
            <a:prstGeom prst="straightConnector1">
              <a:avLst/>
            </a:prstGeom>
            <a:ln w="28575">
              <a:solidFill>
                <a:srgbClr val="36CFCB"/>
              </a:solidFill>
              <a:round/>
            </a:ln>
          </p:spPr>
        </p:cxnSp>
      </p:grpSp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296000" y="2318760"/>
            <a:ext cx="2875320" cy="1132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154;p24"/>
          <p:cNvGrpSpPr/>
          <p:nvPr/>
        </p:nvGrpSpPr>
        <p:grpSpPr>
          <a:xfrm>
            <a:off x="645840" y="0"/>
            <a:ext cx="8702280" cy="5143320"/>
            <a:chOff x="645840" y="0"/>
            <a:chExt cx="8702280" cy="5143320"/>
          </a:xfrm>
        </p:grpSpPr>
        <p:pic>
          <p:nvPicPr>
            <p:cNvPr id="71" name="Google Shape;155;p24"/>
            <p:cNvPicPr/>
            <p:nvPr/>
          </p:nvPicPr>
          <p:blipFill>
            <a:blip r:embed="rId2">
              <a:alphaModFix amt="35000"/>
            </a:blip>
            <a:srcRect l="18883" t="49526" r="42957"/>
            <a:stretch/>
          </p:blipFill>
          <p:spPr>
            <a:xfrm>
              <a:off x="5075640" y="0"/>
              <a:ext cx="4220280" cy="34426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2" name="Google Shape;156;p24"/>
            <p:cNvPicPr/>
            <p:nvPr/>
          </p:nvPicPr>
          <p:blipFill>
            <a:blip r:embed="rId3">
              <a:alphaModFix amt="35000"/>
            </a:blip>
            <a:srcRect l="8471" t="6718" r="55469" b="3196"/>
            <a:stretch/>
          </p:blipFill>
          <p:spPr>
            <a:xfrm>
              <a:off x="6010920" y="0"/>
              <a:ext cx="3337200" cy="5143320"/>
            </a:xfrm>
            <a:prstGeom prst="rect">
              <a:avLst/>
            </a:prstGeom>
            <a:noFill/>
            <a:ln w="0">
              <a:noFill/>
            </a:ln>
          </p:spPr>
        </p:pic>
        <p:cxnSp>
          <p:nvCxnSpPr>
            <p:cNvPr id="73" name="Google Shape;157;p24"/>
            <p:cNvCxnSpPr/>
            <p:nvPr/>
          </p:nvCxnSpPr>
          <p:spPr>
            <a:xfrm>
              <a:off x="645840" y="29880"/>
              <a:ext cx="360" cy="1585080"/>
            </a:xfrm>
            <a:prstGeom prst="straightConnector1">
              <a:avLst/>
            </a:prstGeom>
            <a:ln w="28575">
              <a:solidFill>
                <a:srgbClr val="36CFCB"/>
              </a:solidFill>
              <a:round/>
            </a:ln>
          </p:spPr>
        </p:cxnSp>
      </p:grpSp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713160" y="55008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164;p25"/>
          <p:cNvGrpSpPr/>
          <p:nvPr/>
        </p:nvGrpSpPr>
        <p:grpSpPr>
          <a:xfrm>
            <a:off x="630360" y="-46080"/>
            <a:ext cx="6866640" cy="5189040"/>
            <a:chOff x="630360" y="-46080"/>
            <a:chExt cx="6866640" cy="5189040"/>
          </a:xfrm>
        </p:grpSpPr>
        <p:pic>
          <p:nvPicPr>
            <p:cNvPr id="76" name="Google Shape;165;p25"/>
            <p:cNvPicPr/>
            <p:nvPr/>
          </p:nvPicPr>
          <p:blipFill>
            <a:blip r:embed="rId2">
              <a:alphaModFix amt="40000"/>
            </a:blip>
            <a:srcRect l="12370" t="-8265" r="12370" b="63378"/>
            <a:stretch/>
          </p:blipFill>
          <p:spPr>
            <a:xfrm>
              <a:off x="1646640" y="2991600"/>
              <a:ext cx="5850360" cy="2151360"/>
            </a:xfrm>
            <a:prstGeom prst="rect">
              <a:avLst/>
            </a:prstGeom>
            <a:noFill/>
            <a:ln w="0">
              <a:noFill/>
            </a:ln>
          </p:spPr>
        </p:pic>
        <p:cxnSp>
          <p:nvCxnSpPr>
            <p:cNvPr id="77" name="Google Shape;166;p25"/>
            <p:cNvCxnSpPr/>
            <p:nvPr/>
          </p:nvCxnSpPr>
          <p:spPr>
            <a:xfrm flipH="1">
              <a:off x="630360" y="-46080"/>
              <a:ext cx="15840" cy="1106280"/>
            </a:xfrm>
            <a:prstGeom prst="straightConnector1">
              <a:avLst/>
            </a:prstGeom>
            <a:ln w="28575">
              <a:solidFill>
                <a:srgbClr val="36CFCB"/>
              </a:solidFill>
              <a:round/>
            </a:ln>
          </p:spPr>
        </p:cxnSp>
      </p:grpSp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713160" y="55008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oogle Shape;171;p26"/>
          <p:cNvGrpSpPr/>
          <p:nvPr/>
        </p:nvGrpSpPr>
        <p:grpSpPr>
          <a:xfrm>
            <a:off x="360" y="-46080"/>
            <a:ext cx="4814280" cy="5581800"/>
            <a:chOff x="360" y="-46080"/>
            <a:chExt cx="4814280" cy="5581800"/>
          </a:xfrm>
        </p:grpSpPr>
        <p:pic>
          <p:nvPicPr>
            <p:cNvPr id="80" name="Google Shape;172;p26"/>
            <p:cNvPicPr/>
            <p:nvPr/>
          </p:nvPicPr>
          <p:blipFill>
            <a:blip r:embed="rId2">
              <a:alphaModFix amt="41000"/>
            </a:blip>
            <a:srcRect l="12924" t="57366" r="43549" b="-5701"/>
            <a:stretch/>
          </p:blipFill>
          <p:spPr>
            <a:xfrm rot="10800000">
              <a:off x="360" y="2238840"/>
              <a:ext cx="4814280" cy="3296880"/>
            </a:xfrm>
            <a:prstGeom prst="rect">
              <a:avLst/>
            </a:prstGeom>
            <a:noFill/>
            <a:ln w="0">
              <a:noFill/>
            </a:ln>
          </p:spPr>
        </p:pic>
        <p:cxnSp>
          <p:nvCxnSpPr>
            <p:cNvPr id="81" name="Google Shape;173;p26"/>
            <p:cNvCxnSpPr/>
            <p:nvPr/>
          </p:nvCxnSpPr>
          <p:spPr>
            <a:xfrm>
              <a:off x="569520" y="-46080"/>
              <a:ext cx="360" cy="1324800"/>
            </a:xfrm>
            <a:prstGeom prst="straightConnector1">
              <a:avLst/>
            </a:prstGeom>
            <a:ln w="28575">
              <a:solidFill>
                <a:srgbClr val="36CFCB"/>
              </a:solidFill>
              <a:round/>
            </a:ln>
          </p:spPr>
        </p:cxnSp>
      </p:grpSp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713160" y="55008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oogle Shape;182;p27"/>
          <p:cNvGrpSpPr/>
          <p:nvPr/>
        </p:nvGrpSpPr>
        <p:grpSpPr>
          <a:xfrm>
            <a:off x="0" y="384840"/>
            <a:ext cx="9143640" cy="4758480"/>
            <a:chOff x="0" y="384840"/>
            <a:chExt cx="9143640" cy="4758480"/>
          </a:xfrm>
        </p:grpSpPr>
        <p:cxnSp>
          <p:nvCxnSpPr>
            <p:cNvPr id="84" name="Google Shape;183;p27"/>
            <p:cNvCxnSpPr/>
            <p:nvPr/>
          </p:nvCxnSpPr>
          <p:spPr>
            <a:xfrm flipH="1">
              <a:off x="0" y="384840"/>
              <a:ext cx="2145240" cy="360"/>
            </a:xfrm>
            <a:prstGeom prst="straightConnector1">
              <a:avLst/>
            </a:prstGeom>
            <a:ln w="28575">
              <a:solidFill>
                <a:srgbClr val="36CFCB"/>
              </a:solidFill>
              <a:round/>
            </a:ln>
          </p:spPr>
        </p:cxnSp>
        <p:pic>
          <p:nvPicPr>
            <p:cNvPr id="85" name="Google Shape;184;p27"/>
            <p:cNvPicPr/>
            <p:nvPr/>
          </p:nvPicPr>
          <p:blipFill>
            <a:blip r:embed="rId2">
              <a:alphaModFix amt="41000"/>
            </a:blip>
            <a:srcRect l="14673" t="54092" r="50931" b="1442"/>
            <a:stretch/>
          </p:blipFill>
          <p:spPr>
            <a:xfrm rot="10800000" flipH="1">
              <a:off x="6275880" y="2856600"/>
              <a:ext cx="2867760" cy="22863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713160" y="55008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195;p28"/>
          <p:cNvGrpSpPr/>
          <p:nvPr/>
        </p:nvGrpSpPr>
        <p:grpSpPr>
          <a:xfrm>
            <a:off x="0" y="-46080"/>
            <a:ext cx="3087720" cy="5189040"/>
            <a:chOff x="0" y="-46080"/>
            <a:chExt cx="3087720" cy="5189040"/>
          </a:xfrm>
        </p:grpSpPr>
        <p:pic>
          <p:nvPicPr>
            <p:cNvPr id="88" name="Google Shape;196;p28"/>
            <p:cNvPicPr/>
            <p:nvPr/>
          </p:nvPicPr>
          <p:blipFill>
            <a:blip r:embed="rId2">
              <a:alphaModFix amt="40000"/>
            </a:blip>
            <a:srcRect l="55172" t="-5375" r="15083" b="58291"/>
            <a:stretch/>
          </p:blipFill>
          <p:spPr>
            <a:xfrm>
              <a:off x="0" y="2128680"/>
              <a:ext cx="3087720" cy="3014280"/>
            </a:xfrm>
            <a:prstGeom prst="rect">
              <a:avLst/>
            </a:prstGeom>
            <a:noFill/>
            <a:ln w="0">
              <a:noFill/>
            </a:ln>
          </p:spPr>
        </p:pic>
        <p:cxnSp>
          <p:nvCxnSpPr>
            <p:cNvPr id="89" name="Google Shape;197;p28"/>
            <p:cNvCxnSpPr/>
            <p:nvPr/>
          </p:nvCxnSpPr>
          <p:spPr>
            <a:xfrm>
              <a:off x="569520" y="-46080"/>
              <a:ext cx="360" cy="2485080"/>
            </a:xfrm>
            <a:prstGeom prst="straightConnector1">
              <a:avLst/>
            </a:prstGeom>
            <a:ln w="28575">
              <a:solidFill>
                <a:srgbClr val="36CFCB"/>
              </a:solidFill>
              <a:round/>
            </a:ln>
          </p:spPr>
        </p:cxnSp>
      </p:grpSp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713160" y="55008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210;p29"/>
          <p:cNvGrpSpPr/>
          <p:nvPr/>
        </p:nvGrpSpPr>
        <p:grpSpPr>
          <a:xfrm>
            <a:off x="-75960" y="-76320"/>
            <a:ext cx="9219960" cy="2286360"/>
            <a:chOff x="-75960" y="-76320"/>
            <a:chExt cx="9219960" cy="2286360"/>
          </a:xfrm>
        </p:grpSpPr>
        <p:pic>
          <p:nvPicPr>
            <p:cNvPr id="92" name="Google Shape;211;p29"/>
            <p:cNvPicPr/>
            <p:nvPr/>
          </p:nvPicPr>
          <p:blipFill>
            <a:blip r:embed="rId2">
              <a:alphaModFix amt="41000"/>
            </a:blip>
            <a:srcRect l="14673" t="54092" r="50931" b="1442"/>
            <a:stretch/>
          </p:blipFill>
          <p:spPr>
            <a:xfrm flipH="1">
              <a:off x="-75960" y="-76320"/>
              <a:ext cx="2867760" cy="2286360"/>
            </a:xfrm>
            <a:prstGeom prst="rect">
              <a:avLst/>
            </a:prstGeom>
            <a:noFill/>
            <a:ln w="0">
              <a:noFill/>
            </a:ln>
          </p:spPr>
        </p:pic>
        <p:cxnSp>
          <p:nvCxnSpPr>
            <p:cNvPr id="93" name="Google Shape;212;p29"/>
            <p:cNvCxnSpPr/>
            <p:nvPr/>
          </p:nvCxnSpPr>
          <p:spPr>
            <a:xfrm flipH="1">
              <a:off x="7255800" y="399960"/>
              <a:ext cx="1888560" cy="360"/>
            </a:xfrm>
            <a:prstGeom prst="straightConnector1">
              <a:avLst/>
            </a:prstGeom>
            <a:ln w="28575">
              <a:solidFill>
                <a:srgbClr val="36CFCB"/>
              </a:solidFill>
              <a:round/>
            </a:ln>
          </p:spPr>
        </p:cxnSp>
      </p:grpSp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713160" y="55008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24;p4"/>
          <p:cNvGrpSpPr/>
          <p:nvPr/>
        </p:nvGrpSpPr>
        <p:grpSpPr>
          <a:xfrm>
            <a:off x="0" y="-46080"/>
            <a:ext cx="3087720" cy="5189040"/>
            <a:chOff x="0" y="-46080"/>
            <a:chExt cx="3087720" cy="5189040"/>
          </a:xfrm>
        </p:grpSpPr>
        <p:pic>
          <p:nvPicPr>
            <p:cNvPr id="105" name="Google Shape;25;p4"/>
            <p:cNvPicPr/>
            <p:nvPr/>
          </p:nvPicPr>
          <p:blipFill>
            <a:blip r:embed="rId2">
              <a:alphaModFix amt="40000"/>
            </a:blip>
            <a:srcRect l="55172" t="-5375" r="15083" b="58291"/>
            <a:stretch/>
          </p:blipFill>
          <p:spPr>
            <a:xfrm>
              <a:off x="0" y="2128680"/>
              <a:ext cx="3087720" cy="3014280"/>
            </a:xfrm>
            <a:prstGeom prst="rect">
              <a:avLst/>
            </a:prstGeom>
            <a:noFill/>
            <a:ln w="0">
              <a:noFill/>
            </a:ln>
          </p:spPr>
        </p:pic>
        <p:cxnSp>
          <p:nvCxnSpPr>
            <p:cNvPr id="106" name="Google Shape;26;p4"/>
            <p:cNvCxnSpPr/>
            <p:nvPr/>
          </p:nvCxnSpPr>
          <p:spPr>
            <a:xfrm flipH="1">
              <a:off x="706680" y="-46080"/>
              <a:ext cx="15480" cy="1106280"/>
            </a:xfrm>
            <a:prstGeom prst="straightConnector1">
              <a:avLst/>
            </a:prstGeom>
            <a:ln w="28575">
              <a:solidFill>
                <a:srgbClr val="36CFCB"/>
              </a:solidFill>
              <a:round/>
            </a:ln>
          </p:spPr>
        </p:cxnSp>
      </p:grpSp>
      <p:sp>
        <p:nvSpPr>
          <p:cNvPr id="107" name="PlaceHolder 1"/>
          <p:cNvSpPr>
            <a:spLocks noGrp="1"/>
          </p:cNvSpPr>
          <p:nvPr>
            <p:ph type="body"/>
          </p:nvPr>
        </p:nvSpPr>
        <p:spPr>
          <a:xfrm>
            <a:off x="720000" y="1215720"/>
            <a:ext cx="7703640" cy="436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08" name="PlaceHolder 2"/>
          <p:cNvSpPr>
            <a:spLocks noGrp="1"/>
          </p:cNvSpPr>
          <p:nvPr>
            <p:ph type="title"/>
          </p:nvPr>
        </p:nvSpPr>
        <p:spPr>
          <a:xfrm>
            <a:off x="713160" y="55008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240;p31"/>
          <p:cNvGrpSpPr/>
          <p:nvPr/>
        </p:nvGrpSpPr>
        <p:grpSpPr>
          <a:xfrm>
            <a:off x="0" y="0"/>
            <a:ext cx="9143640" cy="5143320"/>
            <a:chOff x="0" y="0"/>
            <a:chExt cx="9143640" cy="5143320"/>
          </a:xfrm>
        </p:grpSpPr>
        <p:grpSp>
          <p:nvGrpSpPr>
            <p:cNvPr id="110" name="Google Shape;241;p31"/>
            <p:cNvGrpSpPr/>
            <p:nvPr/>
          </p:nvGrpSpPr>
          <p:grpSpPr>
            <a:xfrm>
              <a:off x="0" y="0"/>
              <a:ext cx="9143640" cy="5143320"/>
              <a:chOff x="0" y="0"/>
              <a:chExt cx="9143640" cy="5143320"/>
            </a:xfrm>
          </p:grpSpPr>
          <p:pic>
            <p:nvPicPr>
              <p:cNvPr id="111" name="Google Shape;242;p31"/>
              <p:cNvPicPr/>
              <p:nvPr/>
            </p:nvPicPr>
            <p:blipFill>
              <a:blip r:embed="rId2">
                <a:alphaModFix amt="40000"/>
              </a:blip>
              <a:srcRect r="8915" b="16920"/>
              <a:stretch/>
            </p:blipFill>
            <p:spPr>
              <a:xfrm>
                <a:off x="0" y="0"/>
                <a:ext cx="9143640" cy="514332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12" name="Google Shape;243;p31"/>
              <p:cNvPicPr/>
              <p:nvPr/>
            </p:nvPicPr>
            <p:blipFill>
              <a:blip r:embed="rId3"/>
              <a:srcRect l="41325" t="52994" r="13138" b="5473"/>
              <a:stretch/>
            </p:blipFill>
            <p:spPr>
              <a:xfrm>
                <a:off x="0" y="0"/>
                <a:ext cx="9143640" cy="514332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13" name="Google Shape;244;p31"/>
              <p:cNvPicPr/>
              <p:nvPr/>
            </p:nvPicPr>
            <p:blipFill>
              <a:blip r:embed="rId4">
                <a:alphaModFix amt="27000"/>
              </a:blip>
              <a:srcRect l="15293" t="36171" r="27649" b="14703"/>
              <a:stretch/>
            </p:blipFill>
            <p:spPr>
              <a:xfrm>
                <a:off x="0" y="0"/>
                <a:ext cx="9143640" cy="514296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cxnSp>
          <p:nvCxnSpPr>
            <p:cNvPr id="114" name="Google Shape;245;p31"/>
            <p:cNvCxnSpPr/>
            <p:nvPr/>
          </p:nvCxnSpPr>
          <p:spPr>
            <a:xfrm>
              <a:off x="656640" y="3802680"/>
              <a:ext cx="360" cy="1022400"/>
            </a:xfrm>
            <a:prstGeom prst="straightConnector1">
              <a:avLst/>
            </a:prstGeom>
            <a:ln w="38100">
              <a:solidFill>
                <a:srgbClr val="36CFCB"/>
              </a:solidFill>
              <a:round/>
            </a:ln>
          </p:spPr>
        </p:cxnSp>
        <p:cxnSp>
          <p:nvCxnSpPr>
            <p:cNvPr id="115" name="Google Shape;246;p31"/>
            <p:cNvCxnSpPr/>
            <p:nvPr/>
          </p:nvCxnSpPr>
          <p:spPr>
            <a:xfrm>
              <a:off x="656640" y="0"/>
              <a:ext cx="360" cy="1760040"/>
            </a:xfrm>
            <a:prstGeom prst="straightConnector1">
              <a:avLst/>
            </a:prstGeom>
            <a:ln w="38100">
              <a:solidFill>
                <a:srgbClr val="36CFCB"/>
              </a:solidFill>
              <a:round/>
            </a:ln>
          </p:spPr>
        </p:cxnSp>
      </p:grpSp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1977840" y="539640"/>
            <a:ext cx="5188320" cy="1301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8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7" name="Google Shape;249;p31"/>
          <p:cNvSpPr/>
          <p:nvPr/>
        </p:nvSpPr>
        <p:spPr>
          <a:xfrm>
            <a:off x="1977840" y="3619080"/>
            <a:ext cx="518832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Wix Madefor Display"/>
                <a:ea typeface="Wix Madefor Display"/>
              </a:rPr>
              <a:t>CREDITS: This presentation template was created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Wix Madefor Display"/>
                <a:ea typeface="Wix Madefor Display"/>
                <a:hlinkClick r:id="rId5"/>
              </a:rPr>
              <a:t>Slidesgo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Wix Madefor Display"/>
                <a:ea typeface="Wix Madefor Display"/>
              </a:rPr>
              <a:t>, and includes icons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Wix Madefor Display"/>
                <a:ea typeface="Wix Madefor Display"/>
                <a:hlinkClick r:id="rId6"/>
              </a:rPr>
              <a:t>Flaticon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Wix Madefor Display"/>
                <a:ea typeface="Wix Madefor Display"/>
              </a:rPr>
              <a:t>, and infographics &amp; images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Wix Madefor Display"/>
                <a:ea typeface="Wix Madefor Display"/>
                <a:hlinkClick r:id="rId7"/>
              </a:rPr>
              <a:t>Freepik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Wix Madefor Display"/>
                <a:ea typeface="Wix Madefor Display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251;p32"/>
          <p:cNvPicPr/>
          <p:nvPr/>
        </p:nvPicPr>
        <p:blipFill>
          <a:blip r:embed="rId2">
            <a:alphaModFix amt="40000"/>
          </a:blip>
          <a:srcRect l="48454" t="-2250" r="14254" b="55164"/>
          <a:stretch/>
        </p:blipFill>
        <p:spPr>
          <a:xfrm rot="10800000">
            <a:off x="5272560" y="360"/>
            <a:ext cx="3871440" cy="30142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253;p33"/>
          <p:cNvPicPr/>
          <p:nvPr/>
        </p:nvPicPr>
        <p:blipFill>
          <a:blip r:embed="rId2">
            <a:alphaModFix amt="40000"/>
          </a:blip>
          <a:srcRect l="48368" r="15821" b="52913"/>
          <a:stretch/>
        </p:blipFill>
        <p:spPr>
          <a:xfrm>
            <a:off x="0" y="2159640"/>
            <a:ext cx="3717360" cy="3014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0" name="Google Shape;254;p33"/>
          <p:cNvPicPr/>
          <p:nvPr/>
        </p:nvPicPr>
        <p:blipFill>
          <a:blip r:embed="rId3">
            <a:alphaModFix amt="41000"/>
          </a:blip>
          <a:srcRect l="12802" t="60320" r="29254" b="-503"/>
          <a:stretch/>
        </p:blipFill>
        <p:spPr>
          <a:xfrm rot="10800000">
            <a:off x="-14760" y="3004560"/>
            <a:ext cx="5045760" cy="21574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713160" y="55008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22" name="Google Shape;35;p5"/>
          <p:cNvGrpSpPr/>
          <p:nvPr/>
        </p:nvGrpSpPr>
        <p:grpSpPr>
          <a:xfrm>
            <a:off x="-131040" y="-76320"/>
            <a:ext cx="8673480" cy="5233320"/>
            <a:chOff x="-131040" y="-76320"/>
            <a:chExt cx="8673480" cy="5233320"/>
          </a:xfrm>
        </p:grpSpPr>
        <p:pic>
          <p:nvPicPr>
            <p:cNvPr id="123" name="Google Shape;36;p5"/>
            <p:cNvPicPr/>
            <p:nvPr/>
          </p:nvPicPr>
          <p:blipFill>
            <a:blip r:embed="rId2">
              <a:alphaModFix amt="35000"/>
            </a:blip>
            <a:srcRect l="8471" t="6718" r="55469" b="3196"/>
            <a:stretch/>
          </p:blipFill>
          <p:spPr>
            <a:xfrm flipH="1">
              <a:off x="-131040" y="-76320"/>
              <a:ext cx="3337200" cy="51433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24" name="Google Shape;37;p5"/>
            <p:cNvPicPr/>
            <p:nvPr/>
          </p:nvPicPr>
          <p:blipFill>
            <a:blip r:embed="rId3">
              <a:alphaModFix amt="35000"/>
            </a:blip>
            <a:srcRect l="18883" t="49526" r="42957"/>
            <a:stretch/>
          </p:blipFill>
          <p:spPr>
            <a:xfrm flipH="1">
              <a:off x="-131040" y="-76320"/>
              <a:ext cx="4220280" cy="3442680"/>
            </a:xfrm>
            <a:prstGeom prst="rect">
              <a:avLst/>
            </a:prstGeom>
            <a:noFill/>
            <a:ln w="0">
              <a:noFill/>
            </a:ln>
          </p:spPr>
        </p:pic>
        <p:cxnSp>
          <p:nvCxnSpPr>
            <p:cNvPr id="125" name="Google Shape;38;p5"/>
            <p:cNvCxnSpPr/>
            <p:nvPr/>
          </p:nvCxnSpPr>
          <p:spPr>
            <a:xfrm>
              <a:off x="8542440" y="2791800"/>
              <a:ext cx="360" cy="2365560"/>
            </a:xfrm>
            <a:prstGeom prst="straightConnector1">
              <a:avLst/>
            </a:prstGeom>
            <a:ln w="28575">
              <a:solidFill>
                <a:srgbClr val="36CFCB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40;p6"/>
          <p:cNvGrpSpPr/>
          <p:nvPr/>
        </p:nvGrpSpPr>
        <p:grpSpPr>
          <a:xfrm>
            <a:off x="360" y="0"/>
            <a:ext cx="9143640" cy="4851000"/>
            <a:chOff x="360" y="0"/>
            <a:chExt cx="9143640" cy="4851000"/>
          </a:xfrm>
        </p:grpSpPr>
        <p:pic>
          <p:nvPicPr>
            <p:cNvPr id="127" name="Google Shape;41;p6"/>
            <p:cNvPicPr/>
            <p:nvPr/>
          </p:nvPicPr>
          <p:blipFill>
            <a:blip r:embed="rId2">
              <a:alphaModFix amt="41000"/>
            </a:blip>
            <a:srcRect l="12924" t="57366" r="43549" b="-5701"/>
            <a:stretch/>
          </p:blipFill>
          <p:spPr>
            <a:xfrm flipH="1">
              <a:off x="360" y="0"/>
              <a:ext cx="4814280" cy="3296880"/>
            </a:xfrm>
            <a:prstGeom prst="rect">
              <a:avLst/>
            </a:prstGeom>
            <a:noFill/>
            <a:ln w="0">
              <a:noFill/>
            </a:ln>
          </p:spPr>
        </p:pic>
        <p:cxnSp>
          <p:nvCxnSpPr>
            <p:cNvPr id="128" name="Google Shape;42;p6"/>
            <p:cNvCxnSpPr/>
            <p:nvPr/>
          </p:nvCxnSpPr>
          <p:spPr>
            <a:xfrm>
              <a:off x="3515760" y="4851000"/>
              <a:ext cx="5628600" cy="360"/>
            </a:xfrm>
            <a:prstGeom prst="straightConnector1">
              <a:avLst/>
            </a:prstGeom>
            <a:ln w="28575">
              <a:solidFill>
                <a:srgbClr val="36CFCB"/>
              </a:solidFill>
              <a:round/>
            </a:ln>
          </p:spPr>
        </p:cxnSp>
      </p:grpSp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713160" y="55008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oogle Shape;45;p7"/>
          <p:cNvGrpSpPr/>
          <p:nvPr/>
        </p:nvGrpSpPr>
        <p:grpSpPr>
          <a:xfrm>
            <a:off x="645840" y="-46080"/>
            <a:ext cx="8650080" cy="5342040"/>
            <a:chOff x="645840" y="-46080"/>
            <a:chExt cx="8650080" cy="5342040"/>
          </a:xfrm>
        </p:grpSpPr>
        <p:pic>
          <p:nvPicPr>
            <p:cNvPr id="131" name="Google Shape;46;p7"/>
            <p:cNvPicPr/>
            <p:nvPr/>
          </p:nvPicPr>
          <p:blipFill>
            <a:blip r:embed="rId2">
              <a:alphaModFix amt="35000"/>
            </a:blip>
            <a:srcRect l="18883" t="49526" r="42957"/>
            <a:stretch/>
          </p:blipFill>
          <p:spPr>
            <a:xfrm rot="10800000" flipH="1">
              <a:off x="4519800" y="1399680"/>
              <a:ext cx="4776120" cy="3896280"/>
            </a:xfrm>
            <a:prstGeom prst="rect">
              <a:avLst/>
            </a:prstGeom>
            <a:noFill/>
            <a:ln w="0">
              <a:noFill/>
            </a:ln>
          </p:spPr>
        </p:pic>
        <p:cxnSp>
          <p:nvCxnSpPr>
            <p:cNvPr id="132" name="Google Shape;47;p7"/>
            <p:cNvCxnSpPr/>
            <p:nvPr/>
          </p:nvCxnSpPr>
          <p:spPr>
            <a:xfrm>
              <a:off x="645840" y="-46080"/>
              <a:ext cx="360" cy="4647240"/>
            </a:xfrm>
            <a:prstGeom prst="straightConnector1">
              <a:avLst/>
            </a:prstGeom>
            <a:ln w="28575">
              <a:solidFill>
                <a:srgbClr val="36CFCB"/>
              </a:solidFill>
              <a:round/>
            </a:ln>
          </p:spPr>
        </p:cxnSp>
      </p:grpSp>
      <p:sp>
        <p:nvSpPr>
          <p:cNvPr id="133" name="PlaceHolder 1"/>
          <p:cNvSpPr>
            <a:spLocks noGrp="1"/>
          </p:cNvSpPr>
          <p:nvPr>
            <p:ph type="body"/>
          </p:nvPr>
        </p:nvSpPr>
        <p:spPr>
          <a:xfrm>
            <a:off x="792720" y="1259640"/>
            <a:ext cx="2938320" cy="3344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4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34" name="PlaceHolder 2"/>
          <p:cNvSpPr>
            <a:spLocks noGrp="1"/>
          </p:cNvSpPr>
          <p:nvPr>
            <p:ph type="title"/>
          </p:nvPr>
        </p:nvSpPr>
        <p:spPr>
          <a:xfrm>
            <a:off x="713160" y="55008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58;p9"/>
          <p:cNvPicPr/>
          <p:nvPr/>
        </p:nvPicPr>
        <p:blipFill>
          <a:blip r:embed="rId2">
            <a:alphaModFix amt="40000"/>
          </a:blip>
          <a:srcRect r="8915" b="16920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1" name="Google Shape;59;p9"/>
          <p:cNvPicPr/>
          <p:nvPr/>
        </p:nvPicPr>
        <p:blipFill>
          <a:blip r:embed="rId3"/>
          <a:srcRect l="41325" t="52994" r="13138" b="5473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2" name="Google Shape;60;p9"/>
          <p:cNvPicPr/>
          <p:nvPr/>
        </p:nvPicPr>
        <p:blipFill>
          <a:blip r:embed="rId4">
            <a:alphaModFix amt="27000"/>
          </a:blip>
          <a:srcRect l="15293" t="36171" r="27649" b="14703"/>
          <a:stretch/>
        </p:blipFill>
        <p:spPr>
          <a:xfrm>
            <a:off x="0" y="0"/>
            <a:ext cx="914364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789480" y="1514880"/>
            <a:ext cx="7158600" cy="1567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body"/>
          </p:nvPr>
        </p:nvSpPr>
        <p:spPr>
          <a:xfrm>
            <a:off x="-6480" y="-6480"/>
            <a:ext cx="915012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46" name="PlaceHolder 2"/>
          <p:cNvSpPr>
            <a:spLocks noGrp="1"/>
          </p:cNvSpPr>
          <p:nvPr>
            <p:ph type="title"/>
          </p:nvPr>
        </p:nvSpPr>
        <p:spPr>
          <a:xfrm>
            <a:off x="720000" y="3985560"/>
            <a:ext cx="7703640" cy="6210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1.xml"/><Relationship Id="rId21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5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0" Type="http://schemas.openxmlformats.org/officeDocument/2006/relationships/slideLayout" Target="../slideLayouts/slideLayout28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2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27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Relationship Id="rId22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  <p:sldLayoutId id="2147483675" r:id="rId18"/>
    <p:sldLayoutId id="2147483676" r:id="rId19"/>
    <p:sldLayoutId id="2147483677" r:id="rId20"/>
    <p:sldLayoutId id="2147483678" r:id="rId21"/>
    <p:sldLayoutId id="2147483679" r:id="rId22"/>
    <p:sldLayoutId id="2147483680" r:id="rId23"/>
    <p:sldLayoutId id="2147483681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1743120" y="1762200"/>
            <a:ext cx="6686280" cy="193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r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64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Wix Madefor Display Medium"/>
              </a:rPr>
              <a:t>IA </a:t>
            </a:r>
            <a:r>
              <a:rPr lang="en-US" sz="64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Wix Madefor Display Medium"/>
              </a:rPr>
              <a:t>Sesgos</a:t>
            </a:r>
            <a:r>
              <a:rPr lang="en-US" sz="64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Wix Madefor Display Medium"/>
              </a:rPr>
              <a:t> </a:t>
            </a:r>
            <a:r>
              <a:rPr lang="en-US" sz="6400" dirty="0">
                <a:solidFill>
                  <a:srgbClr val="FFFFFF"/>
                </a:solidFill>
                <a:latin typeface="Calibri"/>
                <a:ea typeface="Wix Madefor Display Medium"/>
              </a:rPr>
              <a:t>y </a:t>
            </a:r>
            <a:r>
              <a:rPr lang="en-US" sz="64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Wix Madefor Display Medium"/>
              </a:rPr>
              <a:t>Falacias</a:t>
            </a:r>
            <a:endParaRPr lang="fr-FR" sz="64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subTitle"/>
          </p:nvPr>
        </p:nvSpPr>
        <p:spPr>
          <a:xfrm>
            <a:off x="2495520" y="4038480"/>
            <a:ext cx="593388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r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Wix Madefor Display"/>
              </a:rPr>
              <a:t>Detección de sesgos y falacias en textos con IA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50" name="Google Shape;267;p37"/>
          <p:cNvGrpSpPr/>
          <p:nvPr/>
        </p:nvGrpSpPr>
        <p:grpSpPr>
          <a:xfrm>
            <a:off x="702720" y="0"/>
            <a:ext cx="8441280" cy="4649040"/>
            <a:chOff x="702720" y="0"/>
            <a:chExt cx="8441280" cy="4649040"/>
          </a:xfrm>
        </p:grpSpPr>
        <p:cxnSp>
          <p:nvCxnSpPr>
            <p:cNvPr id="151" name="Google Shape;268;p37"/>
            <p:cNvCxnSpPr/>
            <p:nvPr/>
          </p:nvCxnSpPr>
          <p:spPr>
            <a:xfrm>
              <a:off x="702720" y="3979800"/>
              <a:ext cx="360" cy="669600"/>
            </a:xfrm>
            <a:prstGeom prst="straightConnector1">
              <a:avLst/>
            </a:prstGeom>
            <a:ln w="38100">
              <a:solidFill>
                <a:srgbClr val="36CFCB"/>
              </a:solidFill>
              <a:round/>
            </a:ln>
          </p:spPr>
        </p:cxnSp>
        <p:cxnSp>
          <p:nvCxnSpPr>
            <p:cNvPr id="152" name="Google Shape;269;p37"/>
            <p:cNvCxnSpPr/>
            <p:nvPr/>
          </p:nvCxnSpPr>
          <p:spPr>
            <a:xfrm>
              <a:off x="702720" y="0"/>
              <a:ext cx="360" cy="966600"/>
            </a:xfrm>
            <a:prstGeom prst="straightConnector1">
              <a:avLst/>
            </a:prstGeom>
            <a:ln w="38100">
              <a:solidFill>
                <a:srgbClr val="36CFCB"/>
              </a:solidFill>
              <a:round/>
            </a:ln>
          </p:spPr>
        </p:cxnSp>
        <p:cxnSp>
          <p:nvCxnSpPr>
            <p:cNvPr id="153" name="Google Shape;270;p37"/>
            <p:cNvCxnSpPr/>
            <p:nvPr/>
          </p:nvCxnSpPr>
          <p:spPr>
            <a:xfrm>
              <a:off x="3515760" y="3860280"/>
              <a:ext cx="5628600" cy="360"/>
            </a:xfrm>
            <a:prstGeom prst="straightConnector1">
              <a:avLst/>
            </a:prstGeom>
            <a:ln w="28575">
              <a:solidFill>
                <a:srgbClr val="36CFCB"/>
              </a:solidFill>
              <a:round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790560" y="1514520"/>
            <a:ext cx="7162560" cy="1571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Wix Madefor Display Medium"/>
              </a:rPr>
              <a:t>Introducción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subTitle"/>
          </p:nvPr>
        </p:nvSpPr>
        <p:spPr>
          <a:xfrm>
            <a:off x="790560" y="3095640"/>
            <a:ext cx="5514480" cy="961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18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Wix Madefor Display"/>
              </a:rPr>
              <a:t>Proyecto para </a:t>
            </a:r>
            <a:r>
              <a:rPr lang="en-US" sz="18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Wix Madefor Display"/>
              </a:rPr>
              <a:t>diseñar</a:t>
            </a:r>
            <a:r>
              <a:rPr lang="en-US" sz="18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Wix Madefor Display"/>
              </a:rPr>
              <a:t> </a:t>
            </a:r>
            <a:r>
              <a:rPr lang="en-US" sz="18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Wix Madefor Display"/>
              </a:rPr>
              <a:t>una</a:t>
            </a:r>
            <a:r>
              <a:rPr lang="en-US" sz="18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Wix Madefor Display"/>
              </a:rPr>
              <a:t> IA que </a:t>
            </a:r>
            <a:r>
              <a:rPr lang="en-US" sz="18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Wix Madefor Display"/>
              </a:rPr>
              <a:t>identifica</a:t>
            </a:r>
            <a:r>
              <a:rPr lang="en-US" sz="18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Wix Madefor Display"/>
              </a:rPr>
              <a:t> </a:t>
            </a:r>
            <a:r>
              <a:rPr lang="en-US" sz="18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Wix Madefor Display"/>
              </a:rPr>
              <a:t>sesgos</a:t>
            </a:r>
            <a:r>
              <a:rPr lang="en-US" sz="18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Wix Madefor Display"/>
              </a:rPr>
              <a:t> </a:t>
            </a:r>
            <a:r>
              <a:rPr lang="en-US" sz="18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Wix Madefor Display"/>
              </a:rPr>
              <a:t>cognitivos</a:t>
            </a:r>
            <a:r>
              <a:rPr lang="en-US" sz="18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Wix Madefor Display"/>
              </a:rPr>
              <a:t> y </a:t>
            </a:r>
            <a:r>
              <a:rPr lang="en-US" sz="18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Wix Madefor Display"/>
              </a:rPr>
              <a:t>falacias</a:t>
            </a:r>
            <a:r>
              <a:rPr lang="en-US" sz="18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Wix Madefor Display"/>
              </a:rPr>
              <a:t> </a:t>
            </a:r>
            <a:r>
              <a:rPr lang="en-US" sz="18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Wix Madefor Display"/>
              </a:rPr>
              <a:t>argumentativas</a:t>
            </a:r>
            <a:r>
              <a:rPr lang="en-US" sz="18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Wix Madefor Display"/>
              </a:rPr>
              <a:t>, </a:t>
            </a:r>
            <a:r>
              <a:rPr lang="en-US" sz="18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Wix Madefor Display"/>
              </a:rPr>
              <a:t>mejorando</a:t>
            </a:r>
            <a:r>
              <a:rPr lang="en-US" sz="18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Wix Madefor Display"/>
              </a:rPr>
              <a:t> la </a:t>
            </a:r>
            <a:r>
              <a:rPr lang="en-US" sz="18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Wix Madefor Display"/>
              </a:rPr>
              <a:t>calidad</a:t>
            </a:r>
            <a:r>
              <a:rPr lang="en-US" sz="18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Wix Madefor Display"/>
              </a:rPr>
              <a:t> del </a:t>
            </a:r>
            <a:r>
              <a:rPr lang="en-US" sz="18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Wix Madefor Display"/>
              </a:rPr>
              <a:t>discurso</a:t>
            </a:r>
            <a:r>
              <a:rPr lang="en-US" sz="18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Wix Madefor Display"/>
              </a:rPr>
              <a:t>.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56" name="Google Shape;307;p40"/>
          <p:cNvGrpSpPr/>
          <p:nvPr/>
        </p:nvGrpSpPr>
        <p:grpSpPr>
          <a:xfrm>
            <a:off x="713160" y="691560"/>
            <a:ext cx="8430840" cy="3395160"/>
            <a:chOff x="713160" y="691560"/>
            <a:chExt cx="8430840" cy="3395160"/>
          </a:xfrm>
        </p:grpSpPr>
        <p:cxnSp>
          <p:nvCxnSpPr>
            <p:cNvPr id="157" name="Google Shape;308;p40"/>
            <p:cNvCxnSpPr/>
            <p:nvPr/>
          </p:nvCxnSpPr>
          <p:spPr>
            <a:xfrm>
              <a:off x="713160" y="1866600"/>
              <a:ext cx="360" cy="2220480"/>
            </a:xfrm>
            <a:prstGeom prst="straightConnector1">
              <a:avLst/>
            </a:prstGeom>
            <a:ln w="28575">
              <a:solidFill>
                <a:srgbClr val="36CFCB"/>
              </a:solidFill>
              <a:round/>
            </a:ln>
          </p:spPr>
        </p:cxnSp>
        <p:cxnSp>
          <p:nvCxnSpPr>
            <p:cNvPr id="158" name="Google Shape;309;p40"/>
            <p:cNvCxnSpPr/>
            <p:nvPr/>
          </p:nvCxnSpPr>
          <p:spPr>
            <a:xfrm>
              <a:off x="3515760" y="691560"/>
              <a:ext cx="5628600" cy="360"/>
            </a:xfrm>
            <a:prstGeom prst="straightConnector1">
              <a:avLst/>
            </a:prstGeom>
            <a:ln w="28575">
              <a:solidFill>
                <a:srgbClr val="36CFCB"/>
              </a:solidFill>
              <a:round/>
            </a:ln>
          </p:spPr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790560" y="1514520"/>
            <a:ext cx="7162560" cy="1571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Wix Madefor Display Medium"/>
              </a:rPr>
              <a:t>Descripción del proyecto y objetivos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subTitle"/>
          </p:nvPr>
        </p:nvSpPr>
        <p:spPr>
          <a:xfrm>
            <a:off x="790560" y="3095640"/>
            <a:ext cx="5514480" cy="961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Wix Madefor Display"/>
              </a:rPr>
              <a:t>La IA busca detectar y clasificar sesgos cognitivos y falacias en textos y diálogos, facilitando análisis crítico y transparente.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66" name="Google Shape;307;p40"/>
          <p:cNvGrpSpPr/>
          <p:nvPr/>
        </p:nvGrpSpPr>
        <p:grpSpPr>
          <a:xfrm>
            <a:off x="713160" y="691560"/>
            <a:ext cx="8430840" cy="3395160"/>
            <a:chOff x="713160" y="691560"/>
            <a:chExt cx="8430840" cy="3395160"/>
          </a:xfrm>
        </p:grpSpPr>
        <p:cxnSp>
          <p:nvCxnSpPr>
            <p:cNvPr id="167" name="Google Shape;308;p40"/>
            <p:cNvCxnSpPr/>
            <p:nvPr/>
          </p:nvCxnSpPr>
          <p:spPr>
            <a:xfrm>
              <a:off x="713160" y="1866600"/>
              <a:ext cx="360" cy="2220480"/>
            </a:xfrm>
            <a:prstGeom prst="straightConnector1">
              <a:avLst/>
            </a:prstGeom>
            <a:ln w="28575">
              <a:solidFill>
                <a:srgbClr val="36CFCB"/>
              </a:solidFill>
              <a:round/>
            </a:ln>
          </p:spPr>
        </p:cxnSp>
        <p:cxnSp>
          <p:nvCxnSpPr>
            <p:cNvPr id="168" name="Google Shape;309;p40"/>
            <p:cNvCxnSpPr/>
            <p:nvPr/>
          </p:nvCxnSpPr>
          <p:spPr>
            <a:xfrm>
              <a:off x="3515760" y="691560"/>
              <a:ext cx="5628600" cy="360"/>
            </a:xfrm>
            <a:prstGeom prst="straightConnector1">
              <a:avLst/>
            </a:prstGeom>
            <a:ln w="28575">
              <a:solidFill>
                <a:srgbClr val="36CFCB"/>
              </a:solidFill>
              <a:round/>
            </a:ln>
          </p:spPr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790560" y="1514520"/>
            <a:ext cx="7162560" cy="1571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Wix Madefor Display Medium"/>
              </a:rPr>
              <a:t>Referentes y proyectos similares existentes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 type="subTitle"/>
          </p:nvPr>
        </p:nvSpPr>
        <p:spPr>
          <a:xfrm>
            <a:off x="790560" y="3095640"/>
            <a:ext cx="5514480" cy="961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77500" lnSpcReduction="20000"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Wix Madefor Display"/>
              </a:rPr>
              <a:t>Proyectos relevantes incluyen IBM AI Fairness 360 para medición de sesgos, YesChat que detecta falacias con BERT, y casos como el algoritmo de reclutamiento de Amazon que mostró sesgo de género. También destacan estudios sobre sesgos en publicidad y reconocimiento facial que evidencian impacto social y técnico.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84" name="Google Shape;307;p40"/>
          <p:cNvGrpSpPr/>
          <p:nvPr/>
        </p:nvGrpSpPr>
        <p:grpSpPr>
          <a:xfrm>
            <a:off x="713160" y="691560"/>
            <a:ext cx="8430840" cy="3395160"/>
            <a:chOff x="713160" y="691560"/>
            <a:chExt cx="8430840" cy="3395160"/>
          </a:xfrm>
        </p:grpSpPr>
        <p:cxnSp>
          <p:nvCxnSpPr>
            <p:cNvPr id="185" name="Google Shape;308;p40"/>
            <p:cNvCxnSpPr/>
            <p:nvPr/>
          </p:nvCxnSpPr>
          <p:spPr>
            <a:xfrm>
              <a:off x="713160" y="1866600"/>
              <a:ext cx="360" cy="2220480"/>
            </a:xfrm>
            <a:prstGeom prst="straightConnector1">
              <a:avLst/>
            </a:prstGeom>
            <a:ln w="28575">
              <a:solidFill>
                <a:srgbClr val="36CFCB"/>
              </a:solidFill>
              <a:round/>
            </a:ln>
          </p:spPr>
        </p:cxnSp>
        <p:cxnSp>
          <p:nvCxnSpPr>
            <p:cNvPr id="186" name="Google Shape;309;p40"/>
            <p:cNvCxnSpPr/>
            <p:nvPr/>
          </p:nvCxnSpPr>
          <p:spPr>
            <a:xfrm>
              <a:off x="3515760" y="691560"/>
              <a:ext cx="5628600" cy="360"/>
            </a:xfrm>
            <a:prstGeom prst="straightConnector1">
              <a:avLst/>
            </a:prstGeom>
            <a:ln w="28575">
              <a:solidFill>
                <a:srgbClr val="36CFCB"/>
              </a:solidFill>
              <a:round/>
            </a:ln>
          </p:spPr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427151" y="214811"/>
            <a:ext cx="7717320" cy="180685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60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</a:rPr>
              <a:t>Ontologia</a:t>
            </a:r>
            <a:r>
              <a:rPr lang="en-US" sz="6000" b="0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US" sz="60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</a:rPr>
              <a:t>mediante</a:t>
            </a:r>
            <a:r>
              <a:rPr lang="en-US" sz="6000" b="0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US" sz="60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</a:rPr>
              <a:t>diagrama</a:t>
            </a:r>
            <a:r>
              <a:rPr lang="en-US" sz="6000" b="0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 de </a:t>
            </a:r>
            <a:r>
              <a:rPr lang="en-US" sz="60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</a:rPr>
              <a:t>grafos</a:t>
            </a:r>
            <a:endParaRPr lang="fr-FR" sz="6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24B8E6-FBB0-4017-9D6E-C02553C170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568" y="2502930"/>
            <a:ext cx="8106863" cy="20499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CDEA0-97CA-128C-9546-124E8BFF1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>
            <a:extLst>
              <a:ext uri="{FF2B5EF4-FFF2-40B4-BE49-F238E27FC236}">
                <a16:creationId xmlns:a16="http://schemas.microsoft.com/office/drawing/2014/main" id="{4275FB0F-7D20-56F7-E3C0-340053854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60" y="1514520"/>
            <a:ext cx="7162560" cy="1571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6000" dirty="0" err="1">
                <a:solidFill>
                  <a:srgbClr val="FFFFFF"/>
                </a:solidFill>
                <a:latin typeface="Calibri"/>
                <a:ea typeface="Wix Madefor Display Medium"/>
              </a:rPr>
              <a:t>Conclusiones</a:t>
            </a:r>
            <a:endParaRPr lang="fr-FR" sz="6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2">
            <a:extLst>
              <a:ext uri="{FF2B5EF4-FFF2-40B4-BE49-F238E27FC236}">
                <a16:creationId xmlns:a16="http://schemas.microsoft.com/office/drawing/2014/main" id="{1F5FB7D5-22FB-D697-293D-8B53506C8862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790560" y="3095640"/>
            <a:ext cx="5514480" cy="961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77500" lnSpcReduction="20000"/>
          </a:bodyPr>
          <a:lstStyle/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1600" dirty="0">
                <a:solidFill>
                  <a:srgbClr val="FFFFFF"/>
                </a:solidFill>
                <a:latin typeface="Calibri"/>
                <a:ea typeface="Wix Madefor Display"/>
              </a:rPr>
              <a:t>La </a:t>
            </a:r>
            <a:r>
              <a:rPr lang="en-US" sz="1600" dirty="0" err="1">
                <a:solidFill>
                  <a:srgbClr val="FFFFFF"/>
                </a:solidFill>
                <a:latin typeface="Calibri"/>
                <a:ea typeface="Wix Madefor Display"/>
              </a:rPr>
              <a:t>detección</a:t>
            </a:r>
            <a:r>
              <a:rPr lang="en-US" sz="1600" dirty="0">
                <a:solidFill>
                  <a:srgbClr val="FFFFFF"/>
                </a:solidFill>
                <a:latin typeface="Calibri"/>
                <a:ea typeface="Wix Madefor Display"/>
              </a:rPr>
              <a:t> de </a:t>
            </a:r>
            <a:r>
              <a:rPr lang="en-US" sz="1600" dirty="0" err="1">
                <a:solidFill>
                  <a:srgbClr val="FFFFFF"/>
                </a:solidFill>
                <a:latin typeface="Calibri"/>
                <a:ea typeface="Wix Madefor Display"/>
              </a:rPr>
              <a:t>sesgos</a:t>
            </a:r>
            <a:r>
              <a:rPr lang="en-US" sz="1600" dirty="0">
                <a:solidFill>
                  <a:srgbClr val="FFFFFF"/>
                </a:solidFill>
                <a:latin typeface="Calibri"/>
                <a:ea typeface="Wix Madefor Display"/>
              </a:rPr>
              <a:t> y </a:t>
            </a:r>
            <a:r>
              <a:rPr lang="en-US" sz="1600" dirty="0" err="1">
                <a:solidFill>
                  <a:srgbClr val="FFFFFF"/>
                </a:solidFill>
                <a:latin typeface="Calibri"/>
                <a:ea typeface="Wix Madefor Display"/>
              </a:rPr>
              <a:t>falacias</a:t>
            </a:r>
            <a:r>
              <a:rPr lang="en-US" sz="1600" dirty="0">
                <a:solidFill>
                  <a:srgbClr val="FFFFFF"/>
                </a:solidFill>
                <a:latin typeface="Calibri"/>
                <a:ea typeface="Wix Madefor Display"/>
              </a:rPr>
              <a:t> con IA es un campo </a:t>
            </a:r>
            <a:r>
              <a:rPr lang="en-US" sz="1600" dirty="0" err="1">
                <a:solidFill>
                  <a:srgbClr val="FFFFFF"/>
                </a:solidFill>
                <a:latin typeface="Calibri"/>
                <a:ea typeface="Wix Madefor Display"/>
              </a:rPr>
              <a:t>en</a:t>
            </a:r>
            <a:r>
              <a:rPr lang="en-US" sz="1600" dirty="0">
                <a:solidFill>
                  <a:srgbClr val="FFFFFF"/>
                </a:solidFill>
                <a:latin typeface="Calibri"/>
                <a:ea typeface="Wix Madefor Display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alibri"/>
                <a:ea typeface="Wix Madefor Display"/>
              </a:rPr>
              <a:t>evolución</a:t>
            </a:r>
            <a:r>
              <a:rPr lang="en-US" sz="1600" dirty="0">
                <a:solidFill>
                  <a:srgbClr val="FFFFFF"/>
                </a:solidFill>
                <a:latin typeface="Calibri"/>
                <a:ea typeface="Wix Madefor Display"/>
              </a:rPr>
              <a:t>. </a:t>
            </a:r>
            <a:r>
              <a:rPr lang="en-US" sz="1600" dirty="0" err="1">
                <a:solidFill>
                  <a:srgbClr val="FFFFFF"/>
                </a:solidFill>
                <a:latin typeface="Calibri"/>
                <a:ea typeface="Wix Madefor Display"/>
              </a:rPr>
              <a:t>Éxito</a:t>
            </a:r>
            <a:r>
              <a:rPr lang="en-US" sz="1600" dirty="0">
                <a:solidFill>
                  <a:srgbClr val="FFFFFF"/>
                </a:solidFill>
                <a:latin typeface="Calibri"/>
                <a:ea typeface="Wix Madefor Display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alibri"/>
                <a:ea typeface="Wix Madefor Display"/>
              </a:rPr>
              <a:t>depende</a:t>
            </a:r>
            <a:r>
              <a:rPr lang="en-US" sz="1600" dirty="0">
                <a:solidFill>
                  <a:srgbClr val="FFFFFF"/>
                </a:solidFill>
                <a:latin typeface="Calibri"/>
                <a:ea typeface="Wix Madefor Display"/>
              </a:rPr>
              <a:t> de </a:t>
            </a:r>
            <a:r>
              <a:rPr lang="en-US" sz="1600" dirty="0" err="1">
                <a:solidFill>
                  <a:srgbClr val="FFFFFF"/>
                </a:solidFill>
                <a:latin typeface="Calibri"/>
                <a:ea typeface="Wix Madefor Display"/>
              </a:rPr>
              <a:t>datos</a:t>
            </a:r>
            <a:r>
              <a:rPr lang="en-US" sz="1600" dirty="0">
                <a:solidFill>
                  <a:srgbClr val="FFFFFF"/>
                </a:solidFill>
                <a:latin typeface="Calibri"/>
                <a:ea typeface="Wix Madefor Display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alibri"/>
                <a:ea typeface="Wix Madefor Display"/>
              </a:rPr>
              <a:t>representativos</a:t>
            </a:r>
            <a:r>
              <a:rPr lang="en-US" sz="1600" dirty="0">
                <a:solidFill>
                  <a:srgbClr val="FFFFFF"/>
                </a:solidFill>
                <a:latin typeface="Calibri"/>
                <a:ea typeface="Wix Madefor Display"/>
              </a:rPr>
              <a:t>, </a:t>
            </a:r>
            <a:r>
              <a:rPr lang="en-US" sz="1600" dirty="0" err="1">
                <a:solidFill>
                  <a:srgbClr val="FFFFFF"/>
                </a:solidFill>
                <a:latin typeface="Calibri"/>
                <a:ea typeface="Wix Madefor Display"/>
              </a:rPr>
              <a:t>auditoría</a:t>
            </a:r>
            <a:r>
              <a:rPr lang="en-US" sz="1600" dirty="0">
                <a:solidFill>
                  <a:srgbClr val="FFFFFF"/>
                </a:solidFill>
                <a:latin typeface="Calibri"/>
                <a:ea typeface="Wix Madefor Display"/>
              </a:rPr>
              <a:t> humana, </a:t>
            </a:r>
            <a:r>
              <a:rPr lang="en-US" sz="1600" dirty="0" err="1">
                <a:solidFill>
                  <a:srgbClr val="FFFFFF"/>
                </a:solidFill>
                <a:latin typeface="Calibri"/>
                <a:ea typeface="Wix Madefor Display"/>
              </a:rPr>
              <a:t>modelos</a:t>
            </a:r>
            <a:r>
              <a:rPr lang="en-US" sz="1600" dirty="0">
                <a:solidFill>
                  <a:srgbClr val="FFFFFF"/>
                </a:solidFill>
                <a:latin typeface="Calibri"/>
                <a:ea typeface="Wix Madefor Display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alibri"/>
                <a:ea typeface="Wix Madefor Display"/>
              </a:rPr>
              <a:t>contextuales</a:t>
            </a:r>
            <a:r>
              <a:rPr lang="en-US" sz="1600" dirty="0">
                <a:solidFill>
                  <a:srgbClr val="FFFFFF"/>
                </a:solidFill>
                <a:latin typeface="Calibri"/>
                <a:ea typeface="Wix Madefor Display"/>
              </a:rPr>
              <a:t> y </a:t>
            </a:r>
            <a:r>
              <a:rPr lang="en-US" sz="1600" dirty="0" err="1">
                <a:solidFill>
                  <a:srgbClr val="FFFFFF"/>
                </a:solidFill>
                <a:latin typeface="Calibri"/>
                <a:ea typeface="Wix Madefor Display"/>
              </a:rPr>
              <a:t>marcos</a:t>
            </a:r>
            <a:r>
              <a:rPr lang="en-US" sz="1600" dirty="0">
                <a:solidFill>
                  <a:srgbClr val="FFFFFF"/>
                </a:solidFill>
                <a:latin typeface="Calibri"/>
                <a:ea typeface="Wix Madefor Display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alibri"/>
                <a:ea typeface="Wix Madefor Display"/>
              </a:rPr>
              <a:t>éticos</a:t>
            </a:r>
            <a:r>
              <a:rPr lang="en-US" sz="1600" dirty="0">
                <a:solidFill>
                  <a:srgbClr val="FFFFFF"/>
                </a:solidFill>
                <a:latin typeface="Calibri"/>
                <a:ea typeface="Wix Madefor Display"/>
              </a:rPr>
              <a:t> claros. La </a:t>
            </a:r>
            <a:r>
              <a:rPr lang="en-US" sz="1600" dirty="0" err="1">
                <a:solidFill>
                  <a:srgbClr val="FFFFFF"/>
                </a:solidFill>
                <a:latin typeface="Calibri"/>
                <a:ea typeface="Wix Madefor Display"/>
              </a:rPr>
              <a:t>innovación</a:t>
            </a:r>
            <a:r>
              <a:rPr lang="en-US" sz="1600" dirty="0">
                <a:solidFill>
                  <a:srgbClr val="FFFFFF"/>
                </a:solidFill>
                <a:latin typeface="Calibri"/>
                <a:ea typeface="Wix Madefor Display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alibri"/>
                <a:ea typeface="Wix Madefor Display"/>
              </a:rPr>
              <a:t>responsable</a:t>
            </a:r>
            <a:r>
              <a:rPr lang="en-US" sz="1600" dirty="0">
                <a:solidFill>
                  <a:srgbClr val="FFFFFF"/>
                </a:solidFill>
                <a:latin typeface="Calibri"/>
                <a:ea typeface="Wix Madefor Display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alibri"/>
                <a:ea typeface="Wix Madefor Display"/>
              </a:rPr>
              <a:t>requiere</a:t>
            </a:r>
            <a:r>
              <a:rPr lang="en-US" sz="1600" dirty="0">
                <a:solidFill>
                  <a:srgbClr val="FFFFFF"/>
                </a:solidFill>
                <a:latin typeface="Calibri"/>
                <a:ea typeface="Wix Madefor Display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alibri"/>
                <a:ea typeface="Wix Madefor Display"/>
              </a:rPr>
              <a:t>equilibrio</a:t>
            </a:r>
            <a:r>
              <a:rPr lang="en-US" sz="1600" dirty="0">
                <a:solidFill>
                  <a:srgbClr val="FFFFFF"/>
                </a:solidFill>
                <a:latin typeface="Calibri"/>
                <a:ea typeface="Wix Madefor Display"/>
              </a:rPr>
              <a:t> entre </a:t>
            </a:r>
            <a:r>
              <a:rPr lang="en-US" sz="1600" dirty="0" err="1">
                <a:solidFill>
                  <a:srgbClr val="FFFFFF"/>
                </a:solidFill>
                <a:latin typeface="Calibri"/>
                <a:ea typeface="Wix Madefor Display"/>
              </a:rPr>
              <a:t>avance</a:t>
            </a:r>
            <a:r>
              <a:rPr lang="en-US" sz="1600" dirty="0">
                <a:solidFill>
                  <a:srgbClr val="FFFFFF"/>
                </a:solidFill>
                <a:latin typeface="Calibri"/>
                <a:ea typeface="Wix Madefor Display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alibri"/>
                <a:ea typeface="Wix Madefor Display"/>
              </a:rPr>
              <a:t>técnico</a:t>
            </a:r>
            <a:r>
              <a:rPr lang="en-US" sz="1600" dirty="0">
                <a:solidFill>
                  <a:srgbClr val="FFFFFF"/>
                </a:solidFill>
                <a:latin typeface="Calibri"/>
                <a:ea typeface="Wix Madefor Display"/>
              </a:rPr>
              <a:t>, </a:t>
            </a:r>
            <a:r>
              <a:rPr lang="en-US" sz="1600" dirty="0" err="1">
                <a:solidFill>
                  <a:srgbClr val="FFFFFF"/>
                </a:solidFill>
                <a:latin typeface="Calibri"/>
                <a:ea typeface="Wix Madefor Display"/>
              </a:rPr>
              <a:t>regulación</a:t>
            </a:r>
            <a:r>
              <a:rPr lang="en-US" sz="1600" dirty="0">
                <a:solidFill>
                  <a:srgbClr val="FFFFFF"/>
                </a:solidFill>
                <a:latin typeface="Calibri"/>
                <a:ea typeface="Wix Madefor Display"/>
              </a:rPr>
              <a:t> y </a:t>
            </a:r>
            <a:r>
              <a:rPr lang="en-US" sz="1600" dirty="0" err="1">
                <a:solidFill>
                  <a:srgbClr val="FFFFFF"/>
                </a:solidFill>
                <a:latin typeface="Calibri"/>
                <a:ea typeface="Wix Madefor Display"/>
              </a:rPr>
              <a:t>participación</a:t>
            </a:r>
            <a:r>
              <a:rPr lang="en-US" sz="1600" dirty="0">
                <a:solidFill>
                  <a:srgbClr val="FFFFFF"/>
                </a:solidFill>
                <a:latin typeface="Calibri"/>
                <a:ea typeface="Wix Madefor Display"/>
              </a:rPr>
              <a:t> social para </a:t>
            </a:r>
            <a:r>
              <a:rPr lang="en-US" sz="1600" dirty="0" err="1">
                <a:solidFill>
                  <a:srgbClr val="FFFFFF"/>
                </a:solidFill>
                <a:latin typeface="Calibri"/>
                <a:ea typeface="Wix Madefor Display"/>
              </a:rPr>
              <a:t>sistemas</a:t>
            </a:r>
            <a:r>
              <a:rPr lang="en-US" sz="1600" dirty="0">
                <a:solidFill>
                  <a:srgbClr val="FFFFFF"/>
                </a:solidFill>
                <a:latin typeface="Calibri"/>
                <a:ea typeface="Wix Madefor Display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alibri"/>
                <a:ea typeface="Wix Madefor Display"/>
              </a:rPr>
              <a:t>justos</a:t>
            </a:r>
            <a:r>
              <a:rPr lang="en-US" sz="1600" dirty="0">
                <a:solidFill>
                  <a:srgbClr val="FFFFFF"/>
                </a:solidFill>
                <a:latin typeface="Calibri"/>
                <a:ea typeface="Wix Madefor Display"/>
              </a:rPr>
              <a:t> y </a:t>
            </a:r>
            <a:r>
              <a:rPr lang="en-US" sz="1600" dirty="0" err="1">
                <a:solidFill>
                  <a:srgbClr val="FFFFFF"/>
                </a:solidFill>
                <a:latin typeface="Calibri"/>
                <a:ea typeface="Wix Madefor Display"/>
              </a:rPr>
              <a:t>transparentes</a:t>
            </a:r>
            <a:r>
              <a:rPr lang="en-US" sz="1600" dirty="0">
                <a:solidFill>
                  <a:srgbClr val="FFFFFF"/>
                </a:solidFill>
                <a:latin typeface="Calibri"/>
                <a:ea typeface="Wix Madefor Display"/>
              </a:rPr>
              <a:t>.</a:t>
            </a:r>
            <a:endParaRPr lang="en-US" sz="1600" dirty="0">
              <a:solidFill>
                <a:srgbClr val="FFFFFF"/>
              </a:solidFill>
              <a:latin typeface="OpenSymbol"/>
            </a:endParaRPr>
          </a:p>
        </p:txBody>
      </p:sp>
      <p:grpSp>
        <p:nvGrpSpPr>
          <p:cNvPr id="194" name="Google Shape;307;p40">
            <a:extLst>
              <a:ext uri="{FF2B5EF4-FFF2-40B4-BE49-F238E27FC236}">
                <a16:creationId xmlns:a16="http://schemas.microsoft.com/office/drawing/2014/main" id="{A53318F6-A661-190D-4F2F-E4B61FAD2BD2}"/>
              </a:ext>
            </a:extLst>
          </p:cNvPr>
          <p:cNvGrpSpPr/>
          <p:nvPr/>
        </p:nvGrpSpPr>
        <p:grpSpPr>
          <a:xfrm>
            <a:off x="713160" y="691560"/>
            <a:ext cx="8430840" cy="3395160"/>
            <a:chOff x="713160" y="691560"/>
            <a:chExt cx="8430840" cy="3395160"/>
          </a:xfrm>
        </p:grpSpPr>
        <p:cxnSp>
          <p:nvCxnSpPr>
            <p:cNvPr id="195" name="Google Shape;308;p40">
              <a:extLst>
                <a:ext uri="{FF2B5EF4-FFF2-40B4-BE49-F238E27FC236}">
                  <a16:creationId xmlns:a16="http://schemas.microsoft.com/office/drawing/2014/main" id="{9B6793CF-59F6-9066-D181-BA45D2CAD141}"/>
                </a:ext>
              </a:extLst>
            </p:cNvPr>
            <p:cNvCxnSpPr/>
            <p:nvPr/>
          </p:nvCxnSpPr>
          <p:spPr>
            <a:xfrm>
              <a:off x="713160" y="1866600"/>
              <a:ext cx="360" cy="2220480"/>
            </a:xfrm>
            <a:prstGeom prst="straightConnector1">
              <a:avLst/>
            </a:prstGeom>
            <a:ln w="28575">
              <a:solidFill>
                <a:srgbClr val="36CFCB"/>
              </a:solidFill>
              <a:round/>
            </a:ln>
          </p:spPr>
        </p:cxnSp>
        <p:cxnSp>
          <p:nvCxnSpPr>
            <p:cNvPr id="196" name="Google Shape;309;p40">
              <a:extLst>
                <a:ext uri="{FF2B5EF4-FFF2-40B4-BE49-F238E27FC236}">
                  <a16:creationId xmlns:a16="http://schemas.microsoft.com/office/drawing/2014/main" id="{C9463690-C480-AB1A-F47F-01F7DCA4E7A5}"/>
                </a:ext>
              </a:extLst>
            </p:cNvPr>
            <p:cNvCxnSpPr/>
            <p:nvPr/>
          </p:nvCxnSpPr>
          <p:spPr>
            <a:xfrm>
              <a:off x="3515760" y="691560"/>
              <a:ext cx="5628600" cy="360"/>
            </a:xfrm>
            <a:prstGeom prst="straightConnector1">
              <a:avLst/>
            </a:prstGeom>
            <a:ln w="28575">
              <a:solidFill>
                <a:srgbClr val="36CFCB"/>
              </a:solidFill>
              <a:round/>
            </a:ln>
          </p:spPr>
        </p:cxnSp>
      </p:grpSp>
    </p:spTree>
    <p:extLst>
      <p:ext uri="{BB962C8B-B14F-4D97-AF65-F5344CB8AC3E}">
        <p14:creationId xmlns:p14="http://schemas.microsoft.com/office/powerpoint/2010/main" val="3548284830"/>
      </p:ext>
    </p:extLst>
  </p:cSld>
  <p:clrMapOvr>
    <a:masterClrMapping/>
  </p:clrMapOvr>
</p:sld>
</file>

<file path=ppt/theme/theme1.xml><?xml version="1.0" encoding="utf-8"?>
<a:theme xmlns:a="http://schemas.openxmlformats.org/drawingml/2006/main" name="Pituitary Gland and Hormones by Slidesgo">
  <a:themeElements>
    <a:clrScheme name="Simple Light">
      <a:dk1>
        <a:srgbClr val="FFFFFF"/>
      </a:dk1>
      <a:lt1>
        <a:srgbClr val="163245"/>
      </a:lt1>
      <a:dk2>
        <a:srgbClr val="36CFCB"/>
      </a:dk2>
      <a:lt2>
        <a:srgbClr val="9CBDBA"/>
      </a:lt2>
      <a:accent1>
        <a:srgbClr val="31D855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ituitary Gland and Hormones by Slidesgo">
  <a:themeElements>
    <a:clrScheme name="Simple Light">
      <a:dk1>
        <a:srgbClr val="FFFFFF"/>
      </a:dk1>
      <a:lt1>
        <a:srgbClr val="163245"/>
      </a:lt1>
      <a:dk2>
        <a:srgbClr val="36CFCB"/>
      </a:dk2>
      <a:lt2>
        <a:srgbClr val="9CBDBA"/>
      </a:lt2>
      <a:accent1>
        <a:srgbClr val="31D855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170</Words>
  <Application>Microsoft Office PowerPoint</Application>
  <PresentationFormat>On-screen Show (16:9)</PresentationFormat>
  <Paragraphs>11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Calibri</vt:lpstr>
      <vt:lpstr>OpenSymbol</vt:lpstr>
      <vt:lpstr>Symbol</vt:lpstr>
      <vt:lpstr>Wingdings</vt:lpstr>
      <vt:lpstr>Wix Madefor Display</vt:lpstr>
      <vt:lpstr>Pituitary Gland and Hormones by Slidesgo</vt:lpstr>
      <vt:lpstr>Pituitary Gland and Hormones by Slidesgo</vt:lpstr>
      <vt:lpstr>IA Sesgos y Falacias</vt:lpstr>
      <vt:lpstr>Introducción</vt:lpstr>
      <vt:lpstr>Descripción del proyecto y objetivos</vt:lpstr>
      <vt:lpstr>Referentes y proyectos similares existentes</vt:lpstr>
      <vt:lpstr>Ontologia mediante diagrama de grafos</vt:lpstr>
      <vt:lpstr>Conclusiones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Victor Alejandro Rivera Avila</dc:creator>
  <cp:lastModifiedBy>VICTOR ALEJANDRO RIVERA AVILA</cp:lastModifiedBy>
  <cp:revision>4</cp:revision>
  <dcterms:modified xsi:type="dcterms:W3CDTF">2025-09-09T18:30:45Z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2025-09-09T16:08:44Z</dcterms:created>
  <dc:creator>Unknown Creator</dc:creator>
  <dc:description/>
  <dc:language>en-US</dc:language>
  <cp:lastModifiedBy>Unknown Creator</cp:lastModifiedBy>
  <dcterms:modified xsi:type="dcterms:W3CDTF">2025-09-09T16:08:44Z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